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5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6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  <p:sldMasterId id="2147483871" r:id="rId2"/>
    <p:sldMasterId id="2147483888" r:id="rId3"/>
    <p:sldMasterId id="2147483905" r:id="rId4"/>
    <p:sldMasterId id="2147483922" r:id="rId5"/>
    <p:sldMasterId id="2147483939" r:id="rId6"/>
    <p:sldMasterId id="2147483956" r:id="rId7"/>
  </p:sldMasterIdLst>
  <p:notesMasterIdLst>
    <p:notesMasterId r:id="rId14"/>
  </p:notesMasterIdLst>
  <p:handoutMasterIdLst>
    <p:handoutMasterId r:id="rId15"/>
  </p:handoutMasterIdLst>
  <p:sldIdLst>
    <p:sldId id="256" r:id="rId8"/>
    <p:sldId id="257" r:id="rId9"/>
    <p:sldId id="258" r:id="rId10"/>
    <p:sldId id="261" r:id="rId11"/>
    <p:sldId id="259" r:id="rId12"/>
    <p:sldId id="260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8A8"/>
    <a:srgbClr val="111820"/>
    <a:srgbClr val="1D5632"/>
    <a:srgbClr val="4FA685"/>
    <a:srgbClr val="EED898"/>
    <a:srgbClr val="FF9E17"/>
    <a:srgbClr val="FF4713"/>
    <a:srgbClr val="041E41"/>
    <a:srgbClr val="264C59"/>
    <a:srgbClr val="4F4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384" autoAdjust="0"/>
  </p:normalViewPr>
  <p:slideViewPr>
    <p:cSldViewPr snapToGrid="0" showGuides="1">
      <p:cViewPr varScale="1">
        <p:scale>
          <a:sx n="80" d="100"/>
          <a:sy n="80" d="100"/>
        </p:scale>
        <p:origin x="12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58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A60A1CB6-1EAA-B8A7-7675-1FEAF21C94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D5C612-BA52-00C2-829D-0D6651B757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99E9CF-AB0A-46CB-B6AF-9C1C216EC326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D6BBF6B-9C52-7938-744B-C116BA2436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062B14-0FAD-ACAF-F690-A45A0AC5E8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B415B-182A-4D20-BFF6-5EB344BDEB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517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69102-08B6-45D8-B503-345E6E806A29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B280F-8403-400E-8ACF-DDE5B8B97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97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9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AE692475-B57B-8F44-34B5-C18A55A478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76675" y="3078163"/>
            <a:ext cx="12192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Index</a:t>
            </a:r>
            <a:endParaRPr kumimoji="1" lang="ja-JP" altLang="en-US" dirty="0"/>
          </a:p>
        </p:txBody>
      </p:sp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8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2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4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4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8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1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790C00-B882-B950-0FC0-2919D5C1EF94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5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9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2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2294342A-4F9E-FA06-033D-628BC1BCB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800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26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4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97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98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830F7-B3DC-FFF8-9A51-71EEB4F684B7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2464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7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4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320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38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05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808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3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830F7-B3DC-FFF8-9A51-71EEB4F684B7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6177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790C00-B882-B950-0FC0-2919D5C1EF94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2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3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61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9FD830E2-57E0-E111-94AE-0910A8594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7176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123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95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37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78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59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641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015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707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6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70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7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830F7-B3DC-FFF8-9A51-71EEB4F684B7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084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790C00-B882-B950-0FC0-2919D5C1EF94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111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03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2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33113BDF-F87C-5931-534B-001228BB5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38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284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277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464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519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80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141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491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330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129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255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857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830F7-B3DC-FFF8-9A51-71EEB4F684B7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95850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790C00-B882-B950-0FC0-2919D5C1EF94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578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27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125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E472CBF2-3AE0-3B67-BAE0-AFE18D53B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86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1200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2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173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810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6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380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087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 userDrawn="1"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226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803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536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27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830F7-B3DC-FFF8-9A51-71EEB4F684B7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46598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790C00-B882-B950-0FC0-2919D5C1EF94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4420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640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221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D04B379-A947-FE39-B856-C2862DA8D0DA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7178C84D-B907-AC53-6CC4-CD978D098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92317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440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736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854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2024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32FE3E-5E9F-3189-8DD0-BB3DB6D8E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48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210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502BE-A758-F4DD-9B46-D313BD85AC30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5509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1D076B-5B28-AC83-08D7-6A81EC29F002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1834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6F741C-7A10-0CDA-AFE2-3BC101326ECA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721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7E0C4-5D63-B2B0-5C7D-FE98895C6E5D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6619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0BF7EF-1606-94E7-5C33-7999E5C545D8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217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44000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9448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8766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3319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 userDrawn="1"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4E440754-00A7-005D-2B3D-5767F0100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9448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824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1053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621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7882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F37A159-F34F-BFE2-F519-B4A58D1133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C30FA67A-48E7-AB8E-5CE1-C041649D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363ED4-1612-A16E-9465-94AE73FB1FDC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プレースホルダー 43">
            <a:extLst>
              <a:ext uri="{FF2B5EF4-FFF2-40B4-BE49-F238E27FC236}">
                <a16:creationId xmlns:a16="http://schemas.microsoft.com/office/drawing/2014/main" id="{5CA451C4-E2B5-78D1-5E3D-7CC45FBDE0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184" y="2566202"/>
            <a:ext cx="11121005" cy="718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4400">
                <a:solidFill>
                  <a:schemeClr val="bg1"/>
                </a:solidFill>
                <a:latin typeface="+mn-ea"/>
                <a:ea typeface="+mn-ea"/>
              </a:defRPr>
            </a:lvl2pPr>
            <a:lvl3pPr>
              <a:defRPr sz="4400">
                <a:solidFill>
                  <a:schemeClr val="bg1"/>
                </a:solidFill>
                <a:latin typeface="+mn-ea"/>
                <a:ea typeface="+mn-ea"/>
              </a:defRPr>
            </a:lvl3pPr>
            <a:lvl4pPr>
              <a:defRPr sz="4400">
                <a:solidFill>
                  <a:schemeClr val="bg1"/>
                </a:solidFill>
                <a:latin typeface="+mn-ea"/>
                <a:ea typeface="+mn-ea"/>
              </a:defRPr>
            </a:lvl4pPr>
            <a:lvl5pPr>
              <a:defRPr sz="4400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プレゼンテーション</a:t>
            </a:r>
            <a:r>
              <a:rPr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資料</a:t>
            </a:r>
            <a:r>
              <a:rPr kumimoji="1" lang="ja-JP" alt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タイトル</a:t>
            </a:r>
            <a:endParaRPr kumimoji="1" lang="ja-JP" altLang="en-US" dirty="0"/>
          </a:p>
        </p:txBody>
      </p:sp>
      <p:sp>
        <p:nvSpPr>
          <p:cNvPr id="53" name="テキスト プレースホルダー 48">
            <a:extLst>
              <a:ext uri="{FF2B5EF4-FFF2-40B4-BE49-F238E27FC236}">
                <a16:creationId xmlns:a16="http://schemas.microsoft.com/office/drawing/2014/main" id="{6425B19E-1DA9-9CC5-49A5-E140407DD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699" y="3969587"/>
            <a:ext cx="10981490" cy="273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1050">
                <a:solidFill>
                  <a:schemeClr val="bg1"/>
                </a:solidFill>
              </a:defRPr>
            </a:lvl2pPr>
            <a:lvl3pPr marL="914400" indent="0">
              <a:buNone/>
              <a:defRPr sz="1050">
                <a:solidFill>
                  <a:schemeClr val="bg1"/>
                </a:solidFill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</a:defRPr>
            </a:lvl4pPr>
            <a:lvl5pPr marL="1828800" indent="0">
              <a:buNone/>
              <a:defRPr sz="1050" b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en-US" altLang="ja-JP" dirty="0"/>
              <a:t>V e r - 0 : 2 0 2 5 . 0 0 . 0 0</a:t>
            </a:r>
          </a:p>
          <a:p>
            <a:pPr lvl="4"/>
            <a:endParaRPr kumimoji="1" lang="ja-JP" altLang="en-US" dirty="0"/>
          </a:p>
        </p:txBody>
      </p:sp>
      <p:sp>
        <p:nvSpPr>
          <p:cNvPr id="56" name="テキスト プレースホルダー 54">
            <a:extLst>
              <a:ext uri="{FF2B5EF4-FFF2-40B4-BE49-F238E27FC236}">
                <a16:creationId xmlns:a16="http://schemas.microsoft.com/office/drawing/2014/main" id="{0EA85C90-9F1C-7F3C-CD7F-4FD7852438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184" y="406826"/>
            <a:ext cx="11121004" cy="3503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提案先名称　御中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0C4BAD-8CEE-B202-C570-B654C97146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3200709"/>
            <a:ext cx="11014825" cy="746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4400">
                <a:solidFill>
                  <a:schemeClr val="bg1"/>
                </a:solidFill>
              </a:defRPr>
            </a:lvl2pPr>
            <a:lvl3pPr marL="914400" indent="0">
              <a:buNone/>
              <a:defRPr sz="4400">
                <a:solidFill>
                  <a:schemeClr val="bg1"/>
                </a:solidFill>
              </a:defRPr>
            </a:lvl3pPr>
            <a:lvl4pPr marL="1371600" indent="0">
              <a:buNone/>
              <a:defRPr sz="4400">
                <a:solidFill>
                  <a:schemeClr val="bg1"/>
                </a:solidFill>
              </a:defRPr>
            </a:lvl4pPr>
            <a:lvl5pPr marL="1828800" indent="0">
              <a:buNone/>
              <a:defRPr sz="4400">
                <a:solidFill>
                  <a:schemeClr val="bg1"/>
                </a:solidFill>
              </a:defRPr>
            </a:lvl5pPr>
          </a:lstStyle>
          <a:p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  <a:r>
              <a:rPr lang="ja-JP" altLang="en-US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4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kumimoji="1" lang="ja-JP" altLang="en-US" sz="4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AC44FC-FC10-249B-559D-E2846DD1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E2150CD-5901-58C6-DFB5-7E5118D5A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E6E7-73DF-6548-335C-BF78A60FBAD6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8CF2AD-CFE3-0765-95A5-08B904151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2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61875790-5472-68AD-A72B-EA47F505EE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1612" y="123604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B51BD0C8-695E-BBD1-1782-C258119438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977532" y="1562100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">
            <a:extLst>
              <a:ext uri="{FF2B5EF4-FFF2-40B4-BE49-F238E27FC236}">
                <a16:creationId xmlns:a16="http://schemas.microsoft.com/office/drawing/2014/main" id="{9C289E87-042A-145D-36A9-AB435CDAD90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77532" y="2760233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87EF1950-C630-FC47-32F1-07F8221838CE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77532" y="3927681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45" name="テキスト プレースホルダー 2">
            <a:extLst>
              <a:ext uri="{FF2B5EF4-FFF2-40B4-BE49-F238E27FC236}">
                <a16:creationId xmlns:a16="http://schemas.microsoft.com/office/drawing/2014/main" id="{16F114FA-E9C8-D21D-1DB5-526D3187D3E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977532" y="5118212"/>
            <a:ext cx="4729235" cy="6380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・資料項目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中項目　サンプルテキスト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/Sample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1" name="テキスト プレースホルダー 2">
            <a:extLst>
              <a:ext uri="{FF2B5EF4-FFF2-40B4-BE49-F238E27FC236}">
                <a16:creationId xmlns:a16="http://schemas.microsoft.com/office/drawing/2014/main" id="{4E0B1E57-D6D4-291D-BA3B-C899F55046E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601612" y="2433706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5EB297E7-ABC4-869D-89C0-B58527CFF9E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601612" y="3599884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sp>
        <p:nvSpPr>
          <p:cNvPr id="55" name="テキスト プレースホルダー 2">
            <a:extLst>
              <a:ext uri="{FF2B5EF4-FFF2-40B4-BE49-F238E27FC236}">
                <a16:creationId xmlns:a16="http://schemas.microsoft.com/office/drawing/2014/main" id="{3BB859BA-27D2-6FDA-7742-EC4E8A2A864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601612" y="4790415"/>
            <a:ext cx="4729235" cy="327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 sz="14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資料大項目サンプルテキスト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/Sample text</a:t>
            </a:r>
            <a:endParaRPr kumimoji="1" lang="ja-JP" altLang="en-US" dirty="0"/>
          </a:p>
        </p:txBody>
      </p:sp>
      <p:pic>
        <p:nvPicPr>
          <p:cNvPr id="57" name="グラフィックス 56">
            <a:extLst>
              <a:ext uri="{FF2B5EF4-FFF2-40B4-BE49-F238E27FC236}">
                <a16:creationId xmlns:a16="http://schemas.microsoft.com/office/drawing/2014/main" id="{14D74498-B694-E606-C46A-B0B53977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6BD5BD1-6864-2A88-36A0-40E8C50FAA49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F9D6CF1-E3EC-1480-349F-1F406CEA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2E9EF23-32C5-BD7D-EC69-EF2ECBD6E75B}"/>
              </a:ext>
            </a:extLst>
          </p:cNvPr>
          <p:cNvSpPr/>
          <p:nvPr/>
        </p:nvSpPr>
        <p:spPr>
          <a:xfrm>
            <a:off x="355600" y="335280"/>
            <a:ext cx="5130800" cy="615696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B7CAE5F-5B76-7B88-5A99-2986D74DF93A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グラフィックス 31">
            <a:extLst>
              <a:ext uri="{FF2B5EF4-FFF2-40B4-BE49-F238E27FC236}">
                <a16:creationId xmlns:a16="http://schemas.microsoft.com/office/drawing/2014/main" id="{D58BADD3-F095-5D71-9BD1-D823FFC47B00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A6402293-D1BA-F5A7-117C-3FA95415CF39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E93CDF2-A33B-76D4-7335-EB74D75933B2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F2A664B6-7BE1-6B23-BCF4-933E72ED4631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7" name="フリーフォーム: 図形 66">
              <a:extLst>
                <a:ext uri="{FF2B5EF4-FFF2-40B4-BE49-F238E27FC236}">
                  <a16:creationId xmlns:a16="http://schemas.microsoft.com/office/drawing/2014/main" id="{8C2EC6A5-48BA-60CA-E382-8CE87D8612E8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4F8E6D44-D517-994A-AA94-042385DC6DD6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B4EC27E7-3177-17F2-58EB-EE7A19761D58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512D4A1D-32CD-32A0-4AE0-E3433BB8D17E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71" name="スライド番号プレースホルダー 6">
            <a:extLst>
              <a:ext uri="{FF2B5EF4-FFF2-40B4-BE49-F238E27FC236}">
                <a16:creationId xmlns:a16="http://schemas.microsoft.com/office/drawing/2014/main" id="{A27C5A8F-7B06-5E17-555A-100FB5DFFDA0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5711940-1E53-165D-ED1D-8D948CCEA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688F780-7E71-260C-FC58-9690D7C8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24AB9B-3BF6-8114-723E-DAB86186C5FF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0E895DF-FAA3-2C26-4D11-02E32104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43" r="17849" b="5810"/>
          <a:stretch>
            <a:fillRect/>
          </a:stretch>
        </p:blipFill>
        <p:spPr>
          <a:xfrm>
            <a:off x="487028" y="6567461"/>
            <a:ext cx="3389152" cy="2600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665463-D58F-6C54-E1E3-A3AEF5776D7B}"/>
              </a:ext>
            </a:extLst>
          </p:cNvPr>
          <p:cNvSpPr txBox="1"/>
          <p:nvPr/>
        </p:nvSpPr>
        <p:spPr>
          <a:xfrm>
            <a:off x="4010946" y="3088650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kumimoji="1" lang="ja-JP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グラフィックス 31">
            <a:extLst>
              <a:ext uri="{FF2B5EF4-FFF2-40B4-BE49-F238E27FC236}">
                <a16:creationId xmlns:a16="http://schemas.microsoft.com/office/drawing/2014/main" id="{7456D456-09B1-B9C4-EA44-564A9E00445D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28F7BC2-D5D2-B9EA-B487-F2CF3AF7F4C8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1C2F18-E05D-DDA6-DA36-3BBD6E70EFE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83BD3F-61BB-F568-5A92-ED59ED4B9D0F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F37C43FD-40D7-A439-667F-CFCB1488AA62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616DD33C-6983-52C6-5B35-E51F2F7D126A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59993FB-5CED-92C0-E097-068EDEBBCB62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5F3A058-2F2B-AA16-E68B-A3C19BC544C5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E4B7DDDA-7DAD-305F-74D9-9ED1C9656EEB}"/>
              </a:ext>
            </a:extLst>
          </p:cNvPr>
          <p:cNvSpPr txBox="1">
            <a:spLocks/>
          </p:cNvSpPr>
          <p:nvPr/>
        </p:nvSpPr>
        <p:spPr>
          <a:xfrm>
            <a:off x="10148332" y="3078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1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1D4E740-0717-BF22-BCFA-4933EB97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2494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870D24-1081-4165-5D79-3A00475A14B3}"/>
              </a:ext>
            </a:extLst>
          </p:cNvPr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ラフィックス 31">
            <a:extLst>
              <a:ext uri="{FF2B5EF4-FFF2-40B4-BE49-F238E27FC236}">
                <a16:creationId xmlns:a16="http://schemas.microsoft.com/office/drawing/2014/main" id="{48F7A554-5B3D-6575-B599-E8B9A37EB46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58593262-38B0-238B-27E0-CE524DB66D9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91E47209-2536-29E2-5D8C-EA69B3E78505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68C72019-4360-8E4F-B958-81557940CF54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0BA103DE-010B-0C72-E7DB-4A5F09B97880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73AC9C5-EC9E-DA22-9E0C-CDDB58524990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CCE0A0D-CA83-BB66-1DDF-BF0EBCDD91BF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D8027274-02E0-78C6-D073-5DD9505FAB38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36E1A53C-394C-5EF6-A21F-D30FC64F2E9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622B0DC-1DFD-CFDE-1EF2-9E770959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6179"/>
            <a:ext cx="10515600" cy="67142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kumimoji="1" lang="ja-JP" alt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資料大項目見出し</a:t>
            </a:r>
            <a:r>
              <a:rPr kumimoji="1" lang="en-US" altLang="ja-JP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/Main Heading</a:t>
            </a:r>
            <a:endParaRPr kumimoji="1" lang="ja-JP" altLang="en-US" sz="4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5BC61317-79AD-E869-454E-BA8437C7CF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855704"/>
            <a:ext cx="10515600" cy="484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9B9B9B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ctr"/>
            <a:r>
              <a:rPr kumimoji="1" lang="ja-JP" altLang="en-US" sz="2800" dirty="0">
                <a:solidFill>
                  <a:srgbClr val="9B9B9B"/>
                </a:solidFill>
                <a:latin typeface="+mn-ea"/>
              </a:rPr>
              <a:t>資料中項目見出し</a:t>
            </a:r>
            <a:r>
              <a:rPr kumimoji="1" lang="en-US" altLang="ja-JP" sz="2800" dirty="0">
                <a:solidFill>
                  <a:srgbClr val="9B9B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/Subheading</a:t>
            </a:r>
            <a:endParaRPr kumimoji="1" lang="ja-JP" altLang="en-US" sz="2800" dirty="0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CEF8890-3092-6E45-E3D4-DBC94860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14" name="グラフィックス 31">
            <a:extLst>
              <a:ext uri="{FF2B5EF4-FFF2-40B4-BE49-F238E27FC236}">
                <a16:creationId xmlns:a16="http://schemas.microsoft.com/office/drawing/2014/main" id="{82A8C2FC-89ED-2159-5AFC-2414D905982F}"/>
              </a:ext>
            </a:extLst>
          </p:cNvPr>
          <p:cNvGrpSpPr/>
          <p:nvPr/>
        </p:nvGrpSpPr>
        <p:grpSpPr>
          <a:xfrm>
            <a:off x="10056172" y="6286804"/>
            <a:ext cx="1723525" cy="276720"/>
            <a:chOff x="10056172" y="6286804"/>
            <a:chExt cx="1723525" cy="276720"/>
          </a:xfrm>
          <a:solidFill>
            <a:schemeClr val="tx1"/>
          </a:solidFill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C9580C7-DA1F-BF62-B4F0-7E2FDA8FCAB2}"/>
                </a:ext>
              </a:extLst>
            </p:cNvPr>
            <p:cNvSpPr/>
            <p:nvPr/>
          </p:nvSpPr>
          <p:spPr>
            <a:xfrm>
              <a:off x="10056172" y="6407677"/>
              <a:ext cx="165599" cy="155845"/>
            </a:xfrm>
            <a:custGeom>
              <a:avLst/>
              <a:gdLst>
                <a:gd name="connsiteX0" fmla="*/ 165599 w 165599"/>
                <a:gd name="connsiteY0" fmla="*/ 3660 h 155845"/>
                <a:gd name="connsiteX1" fmla="*/ 165599 w 165599"/>
                <a:gd name="connsiteY1" fmla="*/ 152104 h 155845"/>
                <a:gd name="connsiteX2" fmla="*/ 127435 w 165599"/>
                <a:gd name="connsiteY2" fmla="*/ 152104 h 155845"/>
                <a:gd name="connsiteX3" fmla="*/ 127684 w 165599"/>
                <a:gd name="connsiteY3" fmla="*/ 129573 h 155845"/>
                <a:gd name="connsiteX4" fmla="*/ 75748 w 165599"/>
                <a:gd name="connsiteY4" fmla="*/ 155845 h 155845"/>
                <a:gd name="connsiteX5" fmla="*/ 0 w 165599"/>
                <a:gd name="connsiteY5" fmla="*/ 77109 h 155845"/>
                <a:gd name="connsiteX6" fmla="*/ 74918 w 165599"/>
                <a:gd name="connsiteY6" fmla="*/ 0 h 155845"/>
                <a:gd name="connsiteX7" fmla="*/ 127684 w 165599"/>
                <a:gd name="connsiteY7" fmla="*/ 25215 h 155845"/>
                <a:gd name="connsiteX8" fmla="*/ 127684 w 165599"/>
                <a:gd name="connsiteY8" fmla="*/ 3742 h 155845"/>
                <a:gd name="connsiteX9" fmla="*/ 165516 w 165599"/>
                <a:gd name="connsiteY9" fmla="*/ 3742 h 155845"/>
                <a:gd name="connsiteX10" fmla="*/ 124199 w 165599"/>
                <a:gd name="connsiteY10" fmla="*/ 78167 h 155845"/>
                <a:gd name="connsiteX11" fmla="*/ 124199 w 165599"/>
                <a:gd name="connsiteY11" fmla="*/ 77109 h 155845"/>
                <a:gd name="connsiteX12" fmla="*/ 80394 w 165599"/>
                <a:gd name="connsiteY12" fmla="*/ 33593 h 155845"/>
                <a:gd name="connsiteX13" fmla="*/ 39326 w 165599"/>
                <a:gd name="connsiteY13" fmla="*/ 77353 h 155845"/>
                <a:gd name="connsiteX14" fmla="*/ 80725 w 165599"/>
                <a:gd name="connsiteY14" fmla="*/ 122171 h 155845"/>
                <a:gd name="connsiteX15" fmla="*/ 124282 w 165599"/>
                <a:gd name="connsiteY15" fmla="*/ 78167 h 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599" h="155845">
                  <a:moveTo>
                    <a:pt x="165599" y="3660"/>
                  </a:moveTo>
                  <a:lnTo>
                    <a:pt x="165599" y="152104"/>
                  </a:lnTo>
                  <a:lnTo>
                    <a:pt x="127435" y="152104"/>
                  </a:lnTo>
                  <a:lnTo>
                    <a:pt x="127684" y="129573"/>
                  </a:lnTo>
                  <a:cubicBezTo>
                    <a:pt x="117645" y="145515"/>
                    <a:pt x="99310" y="155845"/>
                    <a:pt x="75748" y="155845"/>
                  </a:cubicBezTo>
                  <a:cubicBezTo>
                    <a:pt x="33850" y="155845"/>
                    <a:pt x="0" y="123472"/>
                    <a:pt x="0" y="77109"/>
                  </a:cubicBezTo>
                  <a:cubicBezTo>
                    <a:pt x="0" y="30746"/>
                    <a:pt x="32688" y="0"/>
                    <a:pt x="74918" y="0"/>
                  </a:cubicBezTo>
                  <a:cubicBezTo>
                    <a:pt x="98978" y="0"/>
                    <a:pt x="117645" y="10330"/>
                    <a:pt x="127684" y="25215"/>
                  </a:cubicBezTo>
                  <a:lnTo>
                    <a:pt x="127684" y="3742"/>
                  </a:lnTo>
                  <a:lnTo>
                    <a:pt x="165516" y="3742"/>
                  </a:lnTo>
                  <a:close/>
                  <a:moveTo>
                    <a:pt x="124199" y="78167"/>
                  </a:moveTo>
                  <a:lnTo>
                    <a:pt x="124199" y="77109"/>
                  </a:lnTo>
                  <a:cubicBezTo>
                    <a:pt x="124199" y="46932"/>
                    <a:pt x="100388" y="33593"/>
                    <a:pt x="80394" y="33593"/>
                  </a:cubicBezTo>
                  <a:cubicBezTo>
                    <a:pt x="56582" y="33593"/>
                    <a:pt x="39326" y="51650"/>
                    <a:pt x="39326" y="77353"/>
                  </a:cubicBezTo>
                  <a:cubicBezTo>
                    <a:pt x="39326" y="103056"/>
                    <a:pt x="57412" y="122171"/>
                    <a:pt x="80725" y="122171"/>
                  </a:cubicBezTo>
                  <a:cubicBezTo>
                    <a:pt x="101550" y="122171"/>
                    <a:pt x="123951" y="107042"/>
                    <a:pt x="124282" y="78167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D763C96-1738-F2C2-51A2-32666DD4DD9C}"/>
                </a:ext>
              </a:extLst>
            </p:cNvPr>
            <p:cNvSpPr/>
            <p:nvPr/>
          </p:nvSpPr>
          <p:spPr>
            <a:xfrm>
              <a:off x="10262341" y="6407840"/>
              <a:ext cx="156889" cy="151940"/>
            </a:xfrm>
            <a:custGeom>
              <a:avLst/>
              <a:gdLst>
                <a:gd name="connsiteX0" fmla="*/ 156888 w 156889"/>
                <a:gd name="connsiteY0" fmla="*/ 61248 h 151940"/>
                <a:gd name="connsiteX1" fmla="*/ 156888 w 156889"/>
                <a:gd name="connsiteY1" fmla="*/ 151941 h 151940"/>
                <a:gd name="connsiteX2" fmla="*/ 114658 w 156889"/>
                <a:gd name="connsiteY2" fmla="*/ 151941 h 151940"/>
                <a:gd name="connsiteX3" fmla="*/ 114658 w 156889"/>
                <a:gd name="connsiteY3" fmla="*/ 70846 h 151940"/>
                <a:gd name="connsiteX4" fmla="*/ 79481 w 156889"/>
                <a:gd name="connsiteY4" fmla="*/ 34488 h 151940"/>
                <a:gd name="connsiteX5" fmla="*/ 42146 w 156889"/>
                <a:gd name="connsiteY5" fmla="*/ 71090 h 151940"/>
                <a:gd name="connsiteX6" fmla="*/ 42146 w 156889"/>
                <a:gd name="connsiteY6" fmla="*/ 151941 h 151940"/>
                <a:gd name="connsiteX7" fmla="*/ 0 w 156889"/>
                <a:gd name="connsiteY7" fmla="*/ 151941 h 151940"/>
                <a:gd name="connsiteX8" fmla="*/ 0 w 156889"/>
                <a:gd name="connsiteY8" fmla="*/ 3498 h 151940"/>
                <a:gd name="connsiteX9" fmla="*/ 36754 w 156889"/>
                <a:gd name="connsiteY9" fmla="*/ 3498 h 151940"/>
                <a:gd name="connsiteX10" fmla="*/ 36754 w 156889"/>
                <a:gd name="connsiteY10" fmla="*/ 23100 h 151940"/>
                <a:gd name="connsiteX11" fmla="*/ 90598 w 156889"/>
                <a:gd name="connsiteY11" fmla="*/ 0 h 151940"/>
                <a:gd name="connsiteX12" fmla="*/ 156888 w 156889"/>
                <a:gd name="connsiteY12" fmla="*/ 61248 h 1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889" h="151940">
                  <a:moveTo>
                    <a:pt x="156888" y="61248"/>
                  </a:moveTo>
                  <a:lnTo>
                    <a:pt x="156888" y="151941"/>
                  </a:lnTo>
                  <a:lnTo>
                    <a:pt x="114658" y="151941"/>
                  </a:lnTo>
                  <a:lnTo>
                    <a:pt x="114658" y="70846"/>
                  </a:lnTo>
                  <a:cubicBezTo>
                    <a:pt x="114658" y="46444"/>
                    <a:pt x="99227" y="34488"/>
                    <a:pt x="79481" y="34488"/>
                  </a:cubicBezTo>
                  <a:cubicBezTo>
                    <a:pt x="59735" y="34488"/>
                    <a:pt x="42146" y="45875"/>
                    <a:pt x="42146" y="71090"/>
                  </a:cubicBezTo>
                  <a:lnTo>
                    <a:pt x="42146" y="151941"/>
                  </a:lnTo>
                  <a:lnTo>
                    <a:pt x="0" y="151941"/>
                  </a:lnTo>
                  <a:lnTo>
                    <a:pt x="0" y="3498"/>
                  </a:lnTo>
                  <a:lnTo>
                    <a:pt x="36754" y="3498"/>
                  </a:lnTo>
                  <a:lnTo>
                    <a:pt x="36754" y="23100"/>
                  </a:lnTo>
                  <a:cubicBezTo>
                    <a:pt x="48618" y="7971"/>
                    <a:pt x="67617" y="0"/>
                    <a:pt x="90598" y="0"/>
                  </a:cubicBezTo>
                  <a:cubicBezTo>
                    <a:pt x="128763" y="0"/>
                    <a:pt x="157137" y="20416"/>
                    <a:pt x="156888" y="61248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6858C3B-B9B7-EF4B-9684-B97121B6D40B}"/>
                </a:ext>
              </a:extLst>
            </p:cNvPr>
            <p:cNvSpPr/>
            <p:nvPr/>
          </p:nvSpPr>
          <p:spPr>
            <a:xfrm>
              <a:off x="10451419" y="6342362"/>
              <a:ext cx="165516" cy="221160"/>
            </a:xfrm>
            <a:custGeom>
              <a:avLst/>
              <a:gdLst>
                <a:gd name="connsiteX0" fmla="*/ 165516 w 165516"/>
                <a:gd name="connsiteY0" fmla="*/ 0 h 221160"/>
                <a:gd name="connsiteX1" fmla="*/ 165516 w 165516"/>
                <a:gd name="connsiteY1" fmla="*/ 217419 h 221160"/>
                <a:gd name="connsiteX2" fmla="*/ 127684 w 165516"/>
                <a:gd name="connsiteY2" fmla="*/ 217419 h 221160"/>
                <a:gd name="connsiteX3" fmla="*/ 127684 w 165516"/>
                <a:gd name="connsiteY3" fmla="*/ 195132 h 221160"/>
                <a:gd name="connsiteX4" fmla="*/ 75748 w 165516"/>
                <a:gd name="connsiteY4" fmla="*/ 221160 h 221160"/>
                <a:gd name="connsiteX5" fmla="*/ 0 w 165516"/>
                <a:gd name="connsiteY5" fmla="*/ 142424 h 221160"/>
                <a:gd name="connsiteX6" fmla="*/ 75167 w 165516"/>
                <a:gd name="connsiteY6" fmla="*/ 65234 h 221160"/>
                <a:gd name="connsiteX7" fmla="*/ 123038 w 165516"/>
                <a:gd name="connsiteY7" fmla="*/ 84592 h 221160"/>
                <a:gd name="connsiteX8" fmla="*/ 123038 w 165516"/>
                <a:gd name="connsiteY8" fmla="*/ 0 h 221160"/>
                <a:gd name="connsiteX9" fmla="*/ 165516 w 165516"/>
                <a:gd name="connsiteY9" fmla="*/ 0 h 221160"/>
                <a:gd name="connsiteX10" fmla="*/ 124116 w 165516"/>
                <a:gd name="connsiteY10" fmla="*/ 142424 h 221160"/>
                <a:gd name="connsiteX11" fmla="*/ 80311 w 165516"/>
                <a:gd name="connsiteY11" fmla="*/ 98908 h 221160"/>
                <a:gd name="connsiteX12" fmla="*/ 39243 w 165516"/>
                <a:gd name="connsiteY12" fmla="*/ 142668 h 221160"/>
                <a:gd name="connsiteX13" fmla="*/ 80642 w 165516"/>
                <a:gd name="connsiteY13" fmla="*/ 187486 h 221160"/>
                <a:gd name="connsiteX14" fmla="*/ 124199 w 165516"/>
                <a:gd name="connsiteY14" fmla="*/ 142424 h 22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5516" h="221160">
                  <a:moveTo>
                    <a:pt x="165516" y="0"/>
                  </a:moveTo>
                  <a:lnTo>
                    <a:pt x="165516" y="217419"/>
                  </a:lnTo>
                  <a:lnTo>
                    <a:pt x="127684" y="217419"/>
                  </a:lnTo>
                  <a:lnTo>
                    <a:pt x="127684" y="195132"/>
                  </a:lnTo>
                  <a:cubicBezTo>
                    <a:pt x="117977" y="210505"/>
                    <a:pt x="99310" y="221160"/>
                    <a:pt x="75748" y="221160"/>
                  </a:cubicBezTo>
                  <a:cubicBezTo>
                    <a:pt x="33850" y="221160"/>
                    <a:pt x="0" y="188543"/>
                    <a:pt x="0" y="142424"/>
                  </a:cubicBezTo>
                  <a:cubicBezTo>
                    <a:pt x="0" y="96305"/>
                    <a:pt x="32440" y="65234"/>
                    <a:pt x="75167" y="65234"/>
                  </a:cubicBezTo>
                  <a:cubicBezTo>
                    <a:pt x="96240" y="65234"/>
                    <a:pt x="112501" y="72961"/>
                    <a:pt x="123038" y="84592"/>
                  </a:cubicBezTo>
                  <a:lnTo>
                    <a:pt x="123038" y="0"/>
                  </a:lnTo>
                  <a:lnTo>
                    <a:pt x="165516" y="0"/>
                  </a:lnTo>
                  <a:close/>
                  <a:moveTo>
                    <a:pt x="124116" y="142424"/>
                  </a:moveTo>
                  <a:cubicBezTo>
                    <a:pt x="124116" y="112166"/>
                    <a:pt x="100305" y="98908"/>
                    <a:pt x="80311" y="98908"/>
                  </a:cubicBezTo>
                  <a:cubicBezTo>
                    <a:pt x="56500" y="98908"/>
                    <a:pt x="39243" y="116965"/>
                    <a:pt x="39243" y="142668"/>
                  </a:cubicBezTo>
                  <a:cubicBezTo>
                    <a:pt x="39243" y="168371"/>
                    <a:pt x="57329" y="187486"/>
                    <a:pt x="80642" y="187486"/>
                  </a:cubicBezTo>
                  <a:cubicBezTo>
                    <a:pt x="103956" y="187486"/>
                    <a:pt x="124199" y="169754"/>
                    <a:pt x="124199" y="142424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8D23641-7F42-F517-3466-8DD5C7077969}"/>
                </a:ext>
              </a:extLst>
            </p:cNvPr>
            <p:cNvSpPr/>
            <p:nvPr/>
          </p:nvSpPr>
          <p:spPr>
            <a:xfrm>
              <a:off x="10700565" y="6286804"/>
              <a:ext cx="213887" cy="276720"/>
            </a:xfrm>
            <a:custGeom>
              <a:avLst/>
              <a:gdLst>
                <a:gd name="connsiteX0" fmla="*/ 0 w 213887"/>
                <a:gd name="connsiteY0" fmla="*/ 186432 h 276720"/>
                <a:gd name="connsiteX1" fmla="*/ 61726 w 213887"/>
                <a:gd name="connsiteY1" fmla="*/ 186839 h 276720"/>
                <a:gd name="connsiteX2" fmla="*/ 112501 w 213887"/>
                <a:gd name="connsiteY2" fmla="*/ 227996 h 276720"/>
                <a:gd name="connsiteX3" fmla="*/ 154316 w 213887"/>
                <a:gd name="connsiteY3" fmla="*/ 199609 h 276720"/>
                <a:gd name="connsiteX4" fmla="*/ 5891 w 213887"/>
                <a:gd name="connsiteY4" fmla="*/ 78007 h 276720"/>
                <a:gd name="connsiteX5" fmla="*/ 106694 w 213887"/>
                <a:gd name="connsiteY5" fmla="*/ 3 h 276720"/>
                <a:gd name="connsiteX6" fmla="*/ 209903 w 213887"/>
                <a:gd name="connsiteY6" fmla="*/ 84758 h 276720"/>
                <a:gd name="connsiteX7" fmla="*/ 148176 w 213887"/>
                <a:gd name="connsiteY7" fmla="*/ 84352 h 276720"/>
                <a:gd name="connsiteX8" fmla="*/ 106362 w 213887"/>
                <a:gd name="connsiteY8" fmla="*/ 48725 h 276720"/>
                <a:gd name="connsiteX9" fmla="*/ 65460 w 213887"/>
                <a:gd name="connsiteY9" fmla="*/ 78333 h 276720"/>
                <a:gd name="connsiteX10" fmla="*/ 213885 w 213887"/>
                <a:gd name="connsiteY10" fmla="*/ 199934 h 276720"/>
                <a:gd name="connsiteX11" fmla="*/ 112169 w 213887"/>
                <a:gd name="connsiteY11" fmla="*/ 276718 h 276720"/>
                <a:gd name="connsiteX12" fmla="*/ 0 w 213887"/>
                <a:gd name="connsiteY12" fmla="*/ 186432 h 2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3887" h="276720">
                  <a:moveTo>
                    <a:pt x="0" y="186432"/>
                  </a:moveTo>
                  <a:lnTo>
                    <a:pt x="61726" y="186839"/>
                  </a:lnTo>
                  <a:cubicBezTo>
                    <a:pt x="64132" y="208882"/>
                    <a:pt x="81223" y="227833"/>
                    <a:pt x="112501" y="227996"/>
                  </a:cubicBezTo>
                  <a:cubicBezTo>
                    <a:pt x="134404" y="228159"/>
                    <a:pt x="154150" y="216121"/>
                    <a:pt x="154316" y="199609"/>
                  </a:cubicBezTo>
                  <a:cubicBezTo>
                    <a:pt x="154648" y="146169"/>
                    <a:pt x="5227" y="176671"/>
                    <a:pt x="5891" y="78007"/>
                  </a:cubicBezTo>
                  <a:cubicBezTo>
                    <a:pt x="6139" y="35548"/>
                    <a:pt x="43640" y="-403"/>
                    <a:pt x="106694" y="3"/>
                  </a:cubicBezTo>
                  <a:cubicBezTo>
                    <a:pt x="176136" y="410"/>
                    <a:pt x="208492" y="45065"/>
                    <a:pt x="209903" y="84758"/>
                  </a:cubicBezTo>
                  <a:lnTo>
                    <a:pt x="148176" y="84352"/>
                  </a:lnTo>
                  <a:cubicBezTo>
                    <a:pt x="147015" y="66295"/>
                    <a:pt x="132994" y="48888"/>
                    <a:pt x="106362" y="48725"/>
                  </a:cubicBezTo>
                  <a:cubicBezTo>
                    <a:pt x="81057" y="48563"/>
                    <a:pt x="65543" y="61414"/>
                    <a:pt x="65460" y="78333"/>
                  </a:cubicBezTo>
                  <a:cubicBezTo>
                    <a:pt x="65128" y="127868"/>
                    <a:pt x="214549" y="97366"/>
                    <a:pt x="213885" y="199934"/>
                  </a:cubicBezTo>
                  <a:cubicBezTo>
                    <a:pt x="213553" y="246297"/>
                    <a:pt x="161949" y="277043"/>
                    <a:pt x="112169" y="276718"/>
                  </a:cubicBezTo>
                  <a:cubicBezTo>
                    <a:pt x="31942" y="276230"/>
                    <a:pt x="996" y="223767"/>
                    <a:pt x="0" y="186432"/>
                  </a:cubicBezTo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DE78CEDB-64E7-8D92-4419-3C86C39BD851}"/>
                </a:ext>
              </a:extLst>
            </p:cNvPr>
            <p:cNvSpPr/>
            <p:nvPr/>
          </p:nvSpPr>
          <p:spPr>
            <a:xfrm>
              <a:off x="10937514" y="6293396"/>
              <a:ext cx="242093" cy="267116"/>
            </a:xfrm>
            <a:custGeom>
              <a:avLst/>
              <a:gdLst>
                <a:gd name="connsiteX0" fmla="*/ 242093 w 242093"/>
                <a:gd name="connsiteY0" fmla="*/ 0 h 267116"/>
                <a:gd name="connsiteX1" fmla="*/ 0 w 242093"/>
                <a:gd name="connsiteY1" fmla="*/ 0 h 267116"/>
                <a:gd name="connsiteX2" fmla="*/ 0 w 242093"/>
                <a:gd name="connsiteY2" fmla="*/ 51894 h 267116"/>
                <a:gd name="connsiteX3" fmla="*/ 90764 w 242093"/>
                <a:gd name="connsiteY3" fmla="*/ 51894 h 267116"/>
                <a:gd name="connsiteX4" fmla="*/ 90847 w 242093"/>
                <a:gd name="connsiteY4" fmla="*/ 267117 h 267116"/>
                <a:gd name="connsiteX5" fmla="*/ 150914 w 242093"/>
                <a:gd name="connsiteY5" fmla="*/ 267035 h 267116"/>
                <a:gd name="connsiteX6" fmla="*/ 150831 w 242093"/>
                <a:gd name="connsiteY6" fmla="*/ 51894 h 267116"/>
                <a:gd name="connsiteX7" fmla="*/ 241596 w 242093"/>
                <a:gd name="connsiteY7" fmla="*/ 51894 h 267116"/>
                <a:gd name="connsiteX8" fmla="*/ 241762 w 242093"/>
                <a:gd name="connsiteY8" fmla="*/ 51894 h 267116"/>
                <a:gd name="connsiteX9" fmla="*/ 242093 w 242093"/>
                <a:gd name="connsiteY9" fmla="*/ 51894 h 267116"/>
                <a:gd name="connsiteX10" fmla="*/ 242093 w 242093"/>
                <a:gd name="connsiteY10" fmla="*/ 0 h 267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2093" h="267116">
                  <a:moveTo>
                    <a:pt x="242093" y="0"/>
                  </a:moveTo>
                  <a:lnTo>
                    <a:pt x="0" y="0"/>
                  </a:lnTo>
                  <a:lnTo>
                    <a:pt x="0" y="51894"/>
                  </a:lnTo>
                  <a:lnTo>
                    <a:pt x="90764" y="51894"/>
                  </a:lnTo>
                  <a:lnTo>
                    <a:pt x="90847" y="267117"/>
                  </a:lnTo>
                  <a:lnTo>
                    <a:pt x="150914" y="267035"/>
                  </a:lnTo>
                  <a:lnTo>
                    <a:pt x="150831" y="51894"/>
                  </a:lnTo>
                  <a:lnTo>
                    <a:pt x="241596" y="51894"/>
                  </a:lnTo>
                  <a:lnTo>
                    <a:pt x="241762" y="51894"/>
                  </a:lnTo>
                  <a:lnTo>
                    <a:pt x="242093" y="51894"/>
                  </a:lnTo>
                  <a:lnTo>
                    <a:pt x="242093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C233A900-2A55-72FA-09C1-28459422A70E}"/>
                </a:ext>
              </a:extLst>
            </p:cNvPr>
            <p:cNvSpPr/>
            <p:nvPr/>
          </p:nvSpPr>
          <p:spPr>
            <a:xfrm>
              <a:off x="11263403" y="6292420"/>
              <a:ext cx="232635" cy="268336"/>
            </a:xfrm>
            <a:custGeom>
              <a:avLst/>
              <a:gdLst>
                <a:gd name="connsiteX0" fmla="*/ 0 w 232635"/>
                <a:gd name="connsiteY0" fmla="*/ 0 h 268336"/>
                <a:gd name="connsiteX1" fmla="*/ 59901 w 232635"/>
                <a:gd name="connsiteY1" fmla="*/ 0 h 268336"/>
                <a:gd name="connsiteX2" fmla="*/ 59901 w 232635"/>
                <a:gd name="connsiteY2" fmla="*/ 105740 h 268336"/>
                <a:gd name="connsiteX3" fmla="*/ 173149 w 232635"/>
                <a:gd name="connsiteY3" fmla="*/ 105740 h 268336"/>
                <a:gd name="connsiteX4" fmla="*/ 173149 w 232635"/>
                <a:gd name="connsiteY4" fmla="*/ 0 h 268336"/>
                <a:gd name="connsiteX5" fmla="*/ 232635 w 232635"/>
                <a:gd name="connsiteY5" fmla="*/ 0 h 268336"/>
                <a:gd name="connsiteX6" fmla="*/ 232635 w 232635"/>
                <a:gd name="connsiteY6" fmla="*/ 268337 h 268336"/>
                <a:gd name="connsiteX7" fmla="*/ 173149 w 232635"/>
                <a:gd name="connsiteY7" fmla="*/ 268337 h 268336"/>
                <a:gd name="connsiteX8" fmla="*/ 173149 w 232635"/>
                <a:gd name="connsiteY8" fmla="*/ 152429 h 268336"/>
                <a:gd name="connsiteX9" fmla="*/ 59901 w 232635"/>
                <a:gd name="connsiteY9" fmla="*/ 152429 h 268336"/>
                <a:gd name="connsiteX10" fmla="*/ 59901 w 232635"/>
                <a:gd name="connsiteY10" fmla="*/ 268337 h 268336"/>
                <a:gd name="connsiteX11" fmla="*/ 0 w 232635"/>
                <a:gd name="connsiteY11" fmla="*/ 268337 h 268336"/>
                <a:gd name="connsiteX12" fmla="*/ 0 w 232635"/>
                <a:gd name="connsiteY12" fmla="*/ 0 h 26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2635" h="268336">
                  <a:moveTo>
                    <a:pt x="0" y="0"/>
                  </a:moveTo>
                  <a:lnTo>
                    <a:pt x="59901" y="0"/>
                  </a:lnTo>
                  <a:lnTo>
                    <a:pt x="59901" y="105740"/>
                  </a:lnTo>
                  <a:lnTo>
                    <a:pt x="173149" y="105740"/>
                  </a:lnTo>
                  <a:lnTo>
                    <a:pt x="173149" y="0"/>
                  </a:lnTo>
                  <a:lnTo>
                    <a:pt x="232635" y="0"/>
                  </a:lnTo>
                  <a:lnTo>
                    <a:pt x="232635" y="268337"/>
                  </a:lnTo>
                  <a:lnTo>
                    <a:pt x="173149" y="268337"/>
                  </a:lnTo>
                  <a:lnTo>
                    <a:pt x="173149" y="152429"/>
                  </a:lnTo>
                  <a:lnTo>
                    <a:pt x="59901" y="152429"/>
                  </a:lnTo>
                  <a:lnTo>
                    <a:pt x="59901" y="268337"/>
                  </a:lnTo>
                  <a:lnTo>
                    <a:pt x="0" y="268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3C61DDE8-DE81-08A1-5C92-45BA5BABB292}"/>
                </a:ext>
              </a:extLst>
            </p:cNvPr>
            <p:cNvSpPr/>
            <p:nvPr/>
          </p:nvSpPr>
          <p:spPr>
            <a:xfrm>
              <a:off x="11549468" y="6292420"/>
              <a:ext cx="230229" cy="268418"/>
            </a:xfrm>
            <a:custGeom>
              <a:avLst/>
              <a:gdLst>
                <a:gd name="connsiteX0" fmla="*/ 0 w 230229"/>
                <a:gd name="connsiteY0" fmla="*/ 0 h 268418"/>
                <a:gd name="connsiteX1" fmla="*/ 82136 w 230229"/>
                <a:gd name="connsiteY1" fmla="*/ 0 h 268418"/>
                <a:gd name="connsiteX2" fmla="*/ 230229 w 230229"/>
                <a:gd name="connsiteY2" fmla="*/ 133314 h 268418"/>
                <a:gd name="connsiteX3" fmla="*/ 85372 w 230229"/>
                <a:gd name="connsiteY3" fmla="*/ 268418 h 268418"/>
                <a:gd name="connsiteX4" fmla="*/ 0 w 230229"/>
                <a:gd name="connsiteY4" fmla="*/ 268418 h 268418"/>
                <a:gd name="connsiteX5" fmla="*/ 0 w 230229"/>
                <a:gd name="connsiteY5" fmla="*/ 0 h 268418"/>
                <a:gd name="connsiteX6" fmla="*/ 78485 w 230229"/>
                <a:gd name="connsiteY6" fmla="*/ 225227 h 268418"/>
                <a:gd name="connsiteX7" fmla="*/ 169084 w 230229"/>
                <a:gd name="connsiteY7" fmla="*/ 133233 h 268418"/>
                <a:gd name="connsiteX8" fmla="*/ 78485 w 230229"/>
                <a:gd name="connsiteY8" fmla="*/ 43028 h 268418"/>
                <a:gd name="connsiteX9" fmla="*/ 59901 w 230229"/>
                <a:gd name="connsiteY9" fmla="*/ 43028 h 268418"/>
                <a:gd name="connsiteX10" fmla="*/ 59901 w 230229"/>
                <a:gd name="connsiteY10" fmla="*/ 225227 h 268418"/>
                <a:gd name="connsiteX11" fmla="*/ 78485 w 230229"/>
                <a:gd name="connsiteY11" fmla="*/ 225227 h 26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229" h="268418">
                  <a:moveTo>
                    <a:pt x="0" y="0"/>
                  </a:moveTo>
                  <a:lnTo>
                    <a:pt x="82136" y="0"/>
                  </a:lnTo>
                  <a:cubicBezTo>
                    <a:pt x="173564" y="0"/>
                    <a:pt x="230229" y="42703"/>
                    <a:pt x="230229" y="133314"/>
                  </a:cubicBezTo>
                  <a:cubicBezTo>
                    <a:pt x="230229" y="223926"/>
                    <a:pt x="173564" y="268418"/>
                    <a:pt x="85372" y="268418"/>
                  </a:cubicBezTo>
                  <a:lnTo>
                    <a:pt x="0" y="268418"/>
                  </a:lnTo>
                  <a:lnTo>
                    <a:pt x="0" y="0"/>
                  </a:lnTo>
                  <a:close/>
                  <a:moveTo>
                    <a:pt x="78485" y="225227"/>
                  </a:moveTo>
                  <a:cubicBezTo>
                    <a:pt x="134321" y="225227"/>
                    <a:pt x="169084" y="198467"/>
                    <a:pt x="169084" y="133233"/>
                  </a:cubicBezTo>
                  <a:cubicBezTo>
                    <a:pt x="169084" y="67999"/>
                    <a:pt x="134321" y="43028"/>
                    <a:pt x="78485" y="43028"/>
                  </a:cubicBezTo>
                  <a:lnTo>
                    <a:pt x="59901" y="43028"/>
                  </a:lnTo>
                  <a:lnTo>
                    <a:pt x="59901" y="225227"/>
                  </a:lnTo>
                  <a:lnTo>
                    <a:pt x="78485" y="225227"/>
                  </a:lnTo>
                  <a:close/>
                </a:path>
              </a:pathLst>
            </a:custGeom>
            <a:grpFill/>
            <a:ln w="8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72BADC54-9D3E-A054-7DDA-336CEC4D4EF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B79DED8-9C52-B72F-FB51-EDCB19686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558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1AEA0FD1-8BF0-0B46-9269-EC67FFFB4CA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721" y="2919034"/>
            <a:ext cx="11609197" cy="3160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kumimoji="1"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☑本文</a:t>
            </a:r>
            <a:r>
              <a:rPr lang="en-US" altLang="ja-JP" sz="2400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lang="ja-JP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参考文章</a:t>
            </a:r>
            <a:endParaRPr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4AF8E7-74E6-AA12-55B1-7580A573D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0C2DCB1-3505-082B-97A1-FB98FBC8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F00266-DDBE-C7A5-4C8F-7EA6A974FD3C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8DE95346-4FF5-3B60-F3AB-DA5534BB41E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819846-651E-7F84-F7D1-06095475B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8095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53306B3-DCA9-9C62-5A23-594E31080A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2880" y="887531"/>
            <a:ext cx="1175004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11754" y="1631409"/>
            <a:ext cx="11721165" cy="93399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DC8BF81-6858-A6DC-4FE6-92DA65C6B8DA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14979EC-CB85-3273-C018-79ABBA7EDADD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80A86F-8801-CD4C-A2DF-768001903BFF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0542354-D1E1-0959-8D96-272FEF54FDCC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43028484-AF76-C591-9ECA-2D54D2703B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812B1112-A855-E429-F948-625568632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63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2" name="テキスト プレースホルダー 19">
            <a:extLst>
              <a:ext uri="{FF2B5EF4-FFF2-40B4-BE49-F238E27FC236}">
                <a16:creationId xmlns:a16="http://schemas.microsoft.com/office/drawing/2014/main" id="{3ED5FA2A-8F43-1872-AEEF-6BD5C89F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200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3" name="テキスト プレースホルダー 19">
            <a:extLst>
              <a:ext uri="{FF2B5EF4-FFF2-40B4-BE49-F238E27FC236}">
                <a16:creationId xmlns:a16="http://schemas.microsoft.com/office/drawing/2014/main" id="{E18CE712-F07C-F768-E7CD-61F94B015C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9143" y="3263714"/>
            <a:ext cx="2525485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BCC6DB-05DF-567F-95EC-51108710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51FB363-DE19-201D-6CDD-86575A2A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1C928CE-FB8F-4BEE-67E2-496F21C8A3B8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69F6944B-AE91-2F87-0338-CE77F95581E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F1158-3A43-42AB-C713-E7D7E203FE42}"/>
              </a:ext>
            </a:extLst>
          </p:cNvPr>
          <p:cNvCxnSpPr>
            <a:cxnSpLocks/>
          </p:cNvCxnSpPr>
          <p:nvPr/>
        </p:nvCxnSpPr>
        <p:spPr>
          <a:xfrm>
            <a:off x="9216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F3B14F1-3B3C-7B4C-DD6A-50A9091F5905}"/>
              </a:ext>
            </a:extLst>
          </p:cNvPr>
          <p:cNvCxnSpPr>
            <a:cxnSpLocks/>
          </p:cNvCxnSpPr>
          <p:nvPr/>
        </p:nvCxnSpPr>
        <p:spPr>
          <a:xfrm>
            <a:off x="39115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EDF9A2-7326-3790-E657-653B612E2D3A}"/>
              </a:ext>
            </a:extLst>
          </p:cNvPr>
          <p:cNvCxnSpPr>
            <a:cxnSpLocks/>
          </p:cNvCxnSpPr>
          <p:nvPr/>
        </p:nvCxnSpPr>
        <p:spPr>
          <a:xfrm>
            <a:off x="6814456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46AF3E5-B676-C98C-116D-D39BCF58E192}"/>
              </a:ext>
            </a:extLst>
          </p:cNvPr>
          <p:cNvCxnSpPr>
            <a:cxnSpLocks/>
          </p:cNvCxnSpPr>
          <p:nvPr/>
        </p:nvCxnSpPr>
        <p:spPr>
          <a:xfrm>
            <a:off x="9804399" y="37301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8D4ADE0-E6B2-C4E2-122B-1A1B84AD7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136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2FD314-0166-484D-11F1-DB854D9B8CB1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9">
            <a:extLst>
              <a:ext uri="{FF2B5EF4-FFF2-40B4-BE49-F238E27FC236}">
                <a16:creationId xmlns:a16="http://schemas.microsoft.com/office/drawing/2014/main" id="{63BA47D9-21C2-516C-DE06-E2EC7F32D8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4411" y="1145252"/>
            <a:ext cx="50449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8F66A5-CD45-07CB-16B0-94962C01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6C63D301-2CC5-D1BF-B0D2-7CA8E69D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9A40FBEB-DD2E-EB52-F670-95344C0BEE39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F75EB8-CB63-AD8E-477F-1DEEB3604E0C}"/>
              </a:ext>
            </a:extLst>
          </p:cNvPr>
          <p:cNvCxnSpPr>
            <a:cxnSpLocks/>
          </p:cNvCxnSpPr>
          <p:nvPr/>
        </p:nvCxnSpPr>
        <p:spPr>
          <a:xfrm>
            <a:off x="8329385" y="1596572"/>
            <a:ext cx="149497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3CC8ED58-1DC8-3D8A-9EF1-24CE0A1B9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6657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プレースホルダー 2">
            <a:extLst>
              <a:ext uri="{FF2B5EF4-FFF2-40B4-BE49-F238E27FC236}">
                <a16:creationId xmlns:a16="http://schemas.microsoft.com/office/drawing/2014/main" id="{3E6B717A-07CF-0549-4716-7C92160100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0615" y="2276632"/>
            <a:ext cx="5913120" cy="5794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kumimoji="1"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本文見出し</a:t>
            </a:r>
            <a:r>
              <a:rPr kumimoji="1"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/Content Title</a:t>
            </a:r>
            <a:endParaRPr kumimoji="1" lang="ja-JP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テキスト プレースホルダー 2">
            <a:extLst>
              <a:ext uri="{FF2B5EF4-FFF2-40B4-BE49-F238E27FC236}">
                <a16:creationId xmlns:a16="http://schemas.microsoft.com/office/drawing/2014/main" id="{67809543-FE92-7607-775E-1B7CD7CC608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50615" y="3023569"/>
            <a:ext cx="5884246" cy="26829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algn="l"/>
            <a:r>
              <a:rPr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本文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/Main Text</a:t>
            </a:r>
            <a:r>
              <a:rPr kumimoji="1" lang="ja-JP" altLang="en-US" dirty="0">
                <a:latin typeface="Calibri" panose="020F0502020204030204" pitchFamily="34" charset="0"/>
                <a:cs typeface="Calibri" panose="020F0502020204030204" pitchFamily="34" charset="0"/>
              </a:rPr>
              <a:t>　参考文章</a:t>
            </a:r>
            <a:r>
              <a:rPr kumimoji="1" lang="en-US" altLang="ja-JP" dirty="0">
                <a:latin typeface="Calibri" panose="020F0502020204030204" pitchFamily="34" charset="0"/>
                <a:cs typeface="Calibri" panose="020F050202020403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E6ADF7EC-6274-85CC-9341-D25551BB4C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07439" y="2036504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19">
            <a:extLst>
              <a:ext uri="{FF2B5EF4-FFF2-40B4-BE49-F238E27FC236}">
                <a16:creationId xmlns:a16="http://schemas.microsoft.com/office/drawing/2014/main" id="{0AABE51F-5168-79A2-902E-1780AB386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5668" y="4464017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19">
            <a:extLst>
              <a:ext uri="{FF2B5EF4-FFF2-40B4-BE49-F238E27FC236}">
                <a16:creationId xmlns:a16="http://schemas.microsoft.com/office/drawing/2014/main" id="{BC1EA072-8633-A8CB-6FE3-D4FA4A8D51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00810" y="4358789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2B6B0D5-CA6A-F282-04F4-F20B6F69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A4ECAC2-0C4F-DDCE-EBCE-43F9CDCC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D97EFFD0-C2D1-5A36-5676-F4F6D00BF3B3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60F98D-EA1C-B489-7869-8681DF91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381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本文ページ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AA72D8B4-42BD-0137-A258-80BC6F8E26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8444" y="914400"/>
            <a:ext cx="5455112" cy="4556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>
                <a:latin typeface="+mn-ea"/>
                <a:ea typeface="+mn-ea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本文見出し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/Content Title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B804B94F-12EA-7FA5-35E4-E62481F88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0000" y="1471747"/>
            <a:ext cx="9652000" cy="80803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ea"/>
                <a:ea typeface="+mn-ea"/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F06B91B7-1244-36CF-3BCD-0330073DC1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908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70764B60-D782-E2D2-CB2B-595B1E553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0681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テキスト プレースホルダー 29">
            <a:extLst>
              <a:ext uri="{FF2B5EF4-FFF2-40B4-BE49-F238E27FC236}">
                <a16:creationId xmlns:a16="http://schemas.microsoft.com/office/drawing/2014/main" id="{45B23860-11D2-D2C0-D8EE-CC9DA359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7739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テキスト プレースホルダー 29">
            <a:extLst>
              <a:ext uri="{FF2B5EF4-FFF2-40B4-BE49-F238E27FC236}">
                <a16:creationId xmlns:a16="http://schemas.microsoft.com/office/drawing/2014/main" id="{80083E1B-ABEE-8133-4F19-F4DAC6ECA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796" y="4781009"/>
            <a:ext cx="2433980" cy="1619250"/>
          </a:xfrm>
          <a:prstGeom prst="rect">
            <a:avLst/>
          </a:prstGeo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本文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/Main Text</a:t>
            </a: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　参考文章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XXXXXXXXXXXXXXXXXXXXXXXXXXXXXXXXXXXXXXXXXXXXXXXXXXXXXXXXXXXXXXXXXXXXXXXXXXXXXXXXXXXX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XXXXXXXXXXXXXXXXXXXXXXXXXXXXXXXXXXXXXXXXXXXXXXXXXXXXXXXXXXXXXXXXXXXXXXXXXXXXXXX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94830ED-8381-CF91-0860-71F1E3F36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1186E13-1BB8-B112-67B6-0887FAA83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5" name="スライド番号プレースホルダー 6">
            <a:extLst>
              <a:ext uri="{FF2B5EF4-FFF2-40B4-BE49-F238E27FC236}">
                <a16:creationId xmlns:a16="http://schemas.microsoft.com/office/drawing/2014/main" id="{A0D7898C-E989-AC76-D715-02D7C9411EF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2DDC32-016E-6FA0-6F5F-A50D60CDD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7" name="テキスト プレースホルダー 19">
            <a:extLst>
              <a:ext uri="{FF2B5EF4-FFF2-40B4-BE49-F238E27FC236}">
                <a16:creationId xmlns:a16="http://schemas.microsoft.com/office/drawing/2014/main" id="{0678CC5C-93F5-A947-238F-840FBED8E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82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18" name="テキスト プレースホルダー 19">
            <a:extLst>
              <a:ext uri="{FF2B5EF4-FFF2-40B4-BE49-F238E27FC236}">
                <a16:creationId xmlns:a16="http://schemas.microsoft.com/office/drawing/2014/main" id="{1614632B-C4CD-83A8-ADFD-4F1A248D4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8725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2DFDB67-295F-79C0-4087-C1F8358C7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1668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B6C67C81-61C5-7453-41EA-2BE762660E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4610" y="3252680"/>
            <a:ext cx="1946122" cy="352641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3pPr>
            <a:lvl4pPr marL="137160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4pPr>
            <a:lvl5pPr marL="1828800" indent="0" algn="ctr"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algn="ctr"/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983616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ページ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57B1A9-8415-5C78-E9F8-0606AC4D4549}"/>
              </a:ext>
            </a:extLst>
          </p:cNvPr>
          <p:cNvSpPr/>
          <p:nvPr/>
        </p:nvSpPr>
        <p:spPr>
          <a:xfrm>
            <a:off x="0" y="-15828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C00DE3E1-9A73-FAEF-8B18-B788AF72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19" name="スライド番号プレースホルダー 6">
            <a:extLst>
              <a:ext uri="{FF2B5EF4-FFF2-40B4-BE49-F238E27FC236}">
                <a16:creationId xmlns:a16="http://schemas.microsoft.com/office/drawing/2014/main" id="{39D5D2AF-AF37-CF19-C966-552AC1CECEBD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20022D6F-8354-E4EF-B6A7-4E68227DC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D112BAD-F47B-2FEE-9AE2-7D168A869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1088" y="2355003"/>
            <a:ext cx="3982458" cy="1274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ea"/>
                <a:ea typeface="+mn-ea"/>
              </a:defRPr>
            </a:lvl1pPr>
            <a:lvl2pPr marL="457200" indent="0">
              <a:buNone/>
              <a:defRPr sz="3200">
                <a:latin typeface="+mn-ea"/>
                <a:ea typeface="+mn-ea"/>
              </a:defRPr>
            </a:lvl2pPr>
            <a:lvl3pPr marL="914400" indent="0">
              <a:buNone/>
              <a:defRPr sz="3200">
                <a:latin typeface="+mn-ea"/>
                <a:ea typeface="+mn-ea"/>
              </a:defRPr>
            </a:lvl3pPr>
            <a:lvl4pPr marL="1371600" indent="0">
              <a:buNone/>
              <a:defRPr sz="3200">
                <a:latin typeface="+mn-ea"/>
                <a:ea typeface="+mn-ea"/>
              </a:defRPr>
            </a:lvl4pPr>
            <a:lvl5pPr marL="1828800" indent="0">
              <a:buNone/>
              <a:defRPr sz="3200">
                <a:latin typeface="+mn-ea"/>
                <a:ea typeface="+mn-ea"/>
              </a:defRPr>
            </a:lvl5pPr>
          </a:lstStyle>
          <a:p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イメージタイトル　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623501-DBF7-05FD-45D2-A1C24CC29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1088" y="3855462"/>
            <a:ext cx="398245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イメージ説明文　サンプルテキスト　　　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/ Image description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　</a:t>
            </a:r>
            <a:r>
              <a:rPr kumimoji="1" lang="en-US" altLang="ja-JP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游ゴシック" panose="020B0400000000000000" pitchFamily="50" charset="-128"/>
                <a:cs typeface="Calibri" panose="020F0502020204030204" pitchFamily="34" charset="0"/>
              </a:rPr>
              <a:t>Sampletext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游ゴシック" panose="020B0400000000000000" pitchFamily="50" charset="-128"/>
              <a:cs typeface="Calibri" panose="020F0502020204030204" pitchFamily="34" charset="0"/>
            </a:endParaRP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F2D88F7C-F52E-2390-FBDB-714C60A156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838" y="1290638"/>
            <a:ext cx="6857853" cy="4687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4A4617-E365-F976-91DE-4D41C998F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88BF44A-D6FF-9392-0B4C-4625534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77682075-F6B2-7A6B-27E8-CA47F5130787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2811C5-91FB-BB86-3EE0-5D7C5E5A3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241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C185635C-7DAF-A07E-5A3E-F725229EB4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2080" y="5917942"/>
            <a:ext cx="2743386" cy="4558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r>
              <a:rPr lang="ja-JP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イメージキャプション                                   </a:t>
            </a:r>
            <a:r>
              <a:rPr lang="en-US" altLang="ja-JP" sz="1100" dirty="0">
                <a:latin typeface="Calibri" panose="020F0502020204030204" pitchFamily="34" charset="0"/>
                <a:cs typeface="Calibri" panose="020F0502020204030204" pitchFamily="34" charset="0"/>
              </a:rPr>
              <a:t>/ Image caption</a:t>
            </a:r>
          </a:p>
          <a:p>
            <a:pPr lvl="4"/>
            <a:endParaRPr kumimoji="1" lang="ja-JP" altLang="en-US" dirty="0"/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67DEBD38-6F47-6AB8-191D-4BC00D06929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29504" y="0"/>
            <a:ext cx="5830017" cy="65097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28ACA3E-7A8D-3DEA-4CEF-C311A955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8561840E-4572-5EAF-C170-5CF9A7768AD5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D82B7E72-16C5-E39F-A462-6999143D4CCF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9AA8F36-8E83-5497-6B42-B6379133E3FF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236AB8B3-A880-1EDA-7841-765364DBD7B8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82CAE2E3-2B85-0AFE-C5A0-444922CFF2B8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026E5E55-45BC-0953-BD99-FFE7D8AA3682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628261F5-1CF6-3AF6-85A7-EA9A0900CB1B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290F1AE-5F8E-BB14-1B0A-9D2B881ACFF3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2C1469-EFE7-8D1B-135B-B822FB0A1914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130AB99E-BF6E-63F9-E0CF-05A5F991D548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F11DDB1-A0D8-174C-328C-DABD6B5E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708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写真ページ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3">
            <a:extLst>
              <a:ext uri="{FF2B5EF4-FFF2-40B4-BE49-F238E27FC236}">
                <a16:creationId xmlns:a16="http://schemas.microsoft.com/office/drawing/2014/main" id="{56F59EC2-96DC-B065-33F2-8675CABBE02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-1" y="380439"/>
            <a:ext cx="12192001" cy="609559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FB6F40AB-73FD-2741-6325-74A9166F6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4967" y="4305616"/>
            <a:ext cx="3451229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r>
              <a:rPr lang="ja-JP" alt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イメージタイトル　　　</a:t>
            </a:r>
            <a:r>
              <a:rPr lang="en-US" altLang="ja-JP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title</a:t>
            </a:r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4D41650E-9C65-6D1E-F228-2CBBD0F09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4968" y="5286250"/>
            <a:ext cx="3451408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イメージ説明文　サンプルテキスト　　　　　　</a:t>
            </a:r>
            <a:r>
              <a:rPr lang="en-US" altLang="ja-JP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Image description</a:t>
            </a:r>
            <a:r>
              <a:rPr lang="ja-JP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</a:t>
            </a:r>
            <a:r>
              <a:rPr lang="en-US" altLang="ja-JP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Sampletext</a:t>
            </a:r>
            <a:endParaRPr lang="en-US" altLang="ja-JP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5AAB99-E20B-2086-124B-EE5843F3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57768410-827A-1EBA-8FBE-5A1E424E20F6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71C9DD82-90FA-B3DE-41CF-0754E6379398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E33C7B9E-8E41-28F2-AD22-4224C7FB1354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7BFB0ACC-849D-507A-7525-9A733CB29D25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EDF47D79-B1B5-9E9E-52F7-48F2BB239F49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AD1FD72-7139-A1BE-66F8-047ED4D453BD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C641FB3F-E4EB-2711-A410-824D0B57B4A9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CF52C7E-C2DC-3448-BBB8-C52DFDC70296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1E5D3C5-8B59-8F4F-B051-6509FBDB557F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スライド番号プレースホルダー 6">
            <a:extLst>
              <a:ext uri="{FF2B5EF4-FFF2-40B4-BE49-F238E27FC236}">
                <a16:creationId xmlns:a16="http://schemas.microsoft.com/office/drawing/2014/main" id="{BB8D3948-4403-A420-C561-230BF33E7A72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1689BA-D016-7AE4-E4E4-0D29375AE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5753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FAEAD9-E2A4-CFD0-E463-1CE3FE1E03F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F8FD837-7F89-9CE3-EFA7-D4F804E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DE5BDEB-ABA1-CB13-A204-ADD08B393E01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ー 6">
            <a:extLst>
              <a:ext uri="{FF2B5EF4-FFF2-40B4-BE49-F238E27FC236}">
                <a16:creationId xmlns:a16="http://schemas.microsoft.com/office/drawing/2014/main" id="{B71C4843-5011-2144-E9E4-ECE5142B30B4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6037D9-65F0-5F3A-FD7A-5074677F6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0954DAD-398C-F080-909D-573D6D8E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7176" y="166905"/>
            <a:ext cx="1355770" cy="217271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161972-D54A-4950-4D25-BB47E58E9280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777EE273-1E8C-DB4A-3F41-D8341C52693E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6E9ADF5-8051-9873-11B8-F5065A162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sp>
        <p:nvSpPr>
          <p:cNvPr id="12" name="タイトル 1">
            <a:extLst>
              <a:ext uri="{FF2B5EF4-FFF2-40B4-BE49-F238E27FC236}">
                <a16:creationId xmlns:a16="http://schemas.microsoft.com/office/drawing/2014/main" id="{A18E5FF9-504D-0D81-21F1-1105A1675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" y="128105"/>
            <a:ext cx="5522181" cy="373606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kumimoji="1" lang="ja-JP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資料小項目見出し</a:t>
            </a:r>
            <a:r>
              <a:rPr kumimoji="1" lang="en-US" altLang="ja-JP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/Sub-subheading</a:t>
            </a:r>
            <a:endParaRPr kumimoji="1" lang="ja-JP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652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ページ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ラフィックス 7">
            <a:extLst>
              <a:ext uri="{FF2B5EF4-FFF2-40B4-BE49-F238E27FC236}">
                <a16:creationId xmlns:a16="http://schemas.microsoft.com/office/drawing/2014/main" id="{6008F252-1D6F-F77F-287E-E69D2E92CD67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1C01B93-62BC-1EA2-C8FB-416D1E48AE60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B1E8346-5D4F-742F-6DCB-A70C05856253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52E98B18-5918-AE14-A6FA-8E3662016A07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A70732B0-F807-4D5A-78A9-FDB9026A41DC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DDA5A0D-52CE-1E64-8C6E-A84620D9215A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04A5CC6-93BF-B4B2-26CF-950691D9584A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9F895B78-C0F3-E19E-3053-B7D8FE27770A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FCBE5FA-88C5-6C7B-EB78-929D58C93D6A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628E12ED-2340-0927-103F-E82A64DDF65C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94671EA-0EEF-0749-28B3-A3E580EA8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grpSp>
        <p:nvGrpSpPr>
          <p:cNvPr id="3" name="グラフィックス 7">
            <a:extLst>
              <a:ext uri="{FF2B5EF4-FFF2-40B4-BE49-F238E27FC236}">
                <a16:creationId xmlns:a16="http://schemas.microsoft.com/office/drawing/2014/main" id="{26F90D0D-D510-9C0C-2011-9B20896A4859}"/>
              </a:ext>
            </a:extLst>
          </p:cNvPr>
          <p:cNvGrpSpPr/>
          <p:nvPr/>
        </p:nvGrpSpPr>
        <p:grpSpPr>
          <a:xfrm>
            <a:off x="11178073" y="166903"/>
            <a:ext cx="703112" cy="112888"/>
            <a:chOff x="10527110" y="166902"/>
            <a:chExt cx="1354075" cy="217403"/>
          </a:xfrm>
          <a:solidFill>
            <a:schemeClr val="tx1"/>
          </a:solidFill>
        </p:grpSpPr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C84A13A3-7247-C991-48DA-B48B470615A1}"/>
                </a:ext>
              </a:extLst>
            </p:cNvPr>
            <p:cNvSpPr/>
            <p:nvPr/>
          </p:nvSpPr>
          <p:spPr>
            <a:xfrm>
              <a:off x="10527110" y="261865"/>
              <a:ext cx="130101" cy="122438"/>
            </a:xfrm>
            <a:custGeom>
              <a:avLst/>
              <a:gdLst>
                <a:gd name="connsiteX0" fmla="*/ 130102 w 130101"/>
                <a:gd name="connsiteY0" fmla="*/ 2876 h 122438"/>
                <a:gd name="connsiteX1" fmla="*/ 130102 w 130101"/>
                <a:gd name="connsiteY1" fmla="*/ 119499 h 122438"/>
                <a:gd name="connsiteX2" fmla="*/ 100118 w 130101"/>
                <a:gd name="connsiteY2" fmla="*/ 119499 h 122438"/>
                <a:gd name="connsiteX3" fmla="*/ 100314 w 130101"/>
                <a:gd name="connsiteY3" fmla="*/ 101798 h 122438"/>
                <a:gd name="connsiteX4" fmla="*/ 59510 w 130101"/>
                <a:gd name="connsiteY4" fmla="*/ 122439 h 122438"/>
                <a:gd name="connsiteX5" fmla="*/ 0 w 130101"/>
                <a:gd name="connsiteY5" fmla="*/ 60580 h 122438"/>
                <a:gd name="connsiteX6" fmla="*/ 58859 w 130101"/>
                <a:gd name="connsiteY6" fmla="*/ 0 h 122438"/>
                <a:gd name="connsiteX7" fmla="*/ 100314 w 130101"/>
                <a:gd name="connsiteY7" fmla="*/ 19810 h 122438"/>
                <a:gd name="connsiteX8" fmla="*/ 100314 w 130101"/>
                <a:gd name="connsiteY8" fmla="*/ 2940 h 122438"/>
                <a:gd name="connsiteX9" fmla="*/ 130037 w 130101"/>
                <a:gd name="connsiteY9" fmla="*/ 2940 h 122438"/>
                <a:gd name="connsiteX10" fmla="*/ 97576 w 130101"/>
                <a:gd name="connsiteY10" fmla="*/ 61411 h 122438"/>
                <a:gd name="connsiteX11" fmla="*/ 97576 w 130101"/>
                <a:gd name="connsiteY11" fmla="*/ 60580 h 122438"/>
                <a:gd name="connsiteX12" fmla="*/ 63161 w 130101"/>
                <a:gd name="connsiteY12" fmla="*/ 26392 h 122438"/>
                <a:gd name="connsiteX13" fmla="*/ 30896 w 130101"/>
                <a:gd name="connsiteY13" fmla="*/ 60772 h 122438"/>
                <a:gd name="connsiteX14" fmla="*/ 63421 w 130101"/>
                <a:gd name="connsiteY14" fmla="*/ 95983 h 122438"/>
                <a:gd name="connsiteX15" fmla="*/ 97642 w 130101"/>
                <a:gd name="connsiteY15" fmla="*/ 61411 h 122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0101" h="122438">
                  <a:moveTo>
                    <a:pt x="130102" y="2876"/>
                  </a:moveTo>
                  <a:lnTo>
                    <a:pt x="130102" y="119499"/>
                  </a:lnTo>
                  <a:lnTo>
                    <a:pt x="100118" y="119499"/>
                  </a:lnTo>
                  <a:lnTo>
                    <a:pt x="100314" y="101798"/>
                  </a:lnTo>
                  <a:cubicBezTo>
                    <a:pt x="92427" y="114323"/>
                    <a:pt x="78022" y="122439"/>
                    <a:pt x="59510" y="122439"/>
                  </a:cubicBezTo>
                  <a:cubicBezTo>
                    <a:pt x="26594" y="122439"/>
                    <a:pt x="0" y="97005"/>
                    <a:pt x="0" y="60580"/>
                  </a:cubicBezTo>
                  <a:cubicBezTo>
                    <a:pt x="0" y="24155"/>
                    <a:pt x="25681" y="0"/>
                    <a:pt x="58859" y="0"/>
                  </a:cubicBezTo>
                  <a:cubicBezTo>
                    <a:pt x="77761" y="0"/>
                    <a:pt x="92427" y="8116"/>
                    <a:pt x="100314" y="19810"/>
                  </a:cubicBezTo>
                  <a:lnTo>
                    <a:pt x="100314" y="2940"/>
                  </a:lnTo>
                  <a:lnTo>
                    <a:pt x="130037" y="2940"/>
                  </a:lnTo>
                  <a:close/>
                  <a:moveTo>
                    <a:pt x="97576" y="61411"/>
                  </a:moveTo>
                  <a:lnTo>
                    <a:pt x="97576" y="60580"/>
                  </a:lnTo>
                  <a:cubicBezTo>
                    <a:pt x="97576" y="36872"/>
                    <a:pt x="78869" y="26392"/>
                    <a:pt x="63161" y="26392"/>
                  </a:cubicBezTo>
                  <a:cubicBezTo>
                    <a:pt x="44454" y="26392"/>
                    <a:pt x="30896" y="40579"/>
                    <a:pt x="30896" y="60772"/>
                  </a:cubicBezTo>
                  <a:cubicBezTo>
                    <a:pt x="30896" y="80965"/>
                    <a:pt x="45105" y="95983"/>
                    <a:pt x="63421" y="95983"/>
                  </a:cubicBezTo>
                  <a:cubicBezTo>
                    <a:pt x="79782" y="95983"/>
                    <a:pt x="97381" y="84097"/>
                    <a:pt x="97642" y="61411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9769630E-DF6D-997D-9388-6C9D0A8EAE05}"/>
                </a:ext>
              </a:extLst>
            </p:cNvPr>
            <p:cNvSpPr/>
            <p:nvPr/>
          </p:nvSpPr>
          <p:spPr>
            <a:xfrm>
              <a:off x="10689086" y="261993"/>
              <a:ext cx="123259" cy="119371"/>
            </a:xfrm>
            <a:custGeom>
              <a:avLst/>
              <a:gdLst>
                <a:gd name="connsiteX0" fmla="*/ 123258 w 123259"/>
                <a:gd name="connsiteY0" fmla="*/ 48119 h 119371"/>
                <a:gd name="connsiteX1" fmla="*/ 123258 w 123259"/>
                <a:gd name="connsiteY1" fmla="*/ 119371 h 119371"/>
                <a:gd name="connsiteX2" fmla="*/ 90080 w 123259"/>
                <a:gd name="connsiteY2" fmla="*/ 119371 h 119371"/>
                <a:gd name="connsiteX3" fmla="*/ 90080 w 123259"/>
                <a:gd name="connsiteY3" fmla="*/ 55660 h 119371"/>
                <a:gd name="connsiteX4" fmla="*/ 62444 w 123259"/>
                <a:gd name="connsiteY4" fmla="*/ 27095 h 119371"/>
                <a:gd name="connsiteX5" fmla="*/ 33112 w 123259"/>
                <a:gd name="connsiteY5" fmla="*/ 55851 h 119371"/>
                <a:gd name="connsiteX6" fmla="*/ 33112 w 123259"/>
                <a:gd name="connsiteY6" fmla="*/ 119371 h 119371"/>
                <a:gd name="connsiteX7" fmla="*/ 0 w 123259"/>
                <a:gd name="connsiteY7" fmla="*/ 119371 h 119371"/>
                <a:gd name="connsiteX8" fmla="*/ 0 w 123259"/>
                <a:gd name="connsiteY8" fmla="*/ 2748 h 119371"/>
                <a:gd name="connsiteX9" fmla="*/ 28875 w 123259"/>
                <a:gd name="connsiteY9" fmla="*/ 2748 h 119371"/>
                <a:gd name="connsiteX10" fmla="*/ 28875 w 123259"/>
                <a:gd name="connsiteY10" fmla="*/ 18149 h 119371"/>
                <a:gd name="connsiteX11" fmla="*/ 71178 w 123259"/>
                <a:gd name="connsiteY11" fmla="*/ 0 h 119371"/>
                <a:gd name="connsiteX12" fmla="*/ 123258 w 123259"/>
                <a:gd name="connsiteY12" fmla="*/ 48119 h 11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59" h="119371">
                  <a:moveTo>
                    <a:pt x="123258" y="48119"/>
                  </a:moveTo>
                  <a:lnTo>
                    <a:pt x="123258" y="119371"/>
                  </a:lnTo>
                  <a:lnTo>
                    <a:pt x="90080" y="119371"/>
                  </a:lnTo>
                  <a:lnTo>
                    <a:pt x="90080" y="55660"/>
                  </a:lnTo>
                  <a:cubicBezTo>
                    <a:pt x="90080" y="36489"/>
                    <a:pt x="77957" y="27095"/>
                    <a:pt x="62444" y="27095"/>
                  </a:cubicBezTo>
                  <a:cubicBezTo>
                    <a:pt x="46931" y="27095"/>
                    <a:pt x="33112" y="36041"/>
                    <a:pt x="33112" y="55851"/>
                  </a:cubicBezTo>
                  <a:lnTo>
                    <a:pt x="33112" y="119371"/>
                  </a:lnTo>
                  <a:lnTo>
                    <a:pt x="0" y="119371"/>
                  </a:lnTo>
                  <a:lnTo>
                    <a:pt x="0" y="2748"/>
                  </a:lnTo>
                  <a:lnTo>
                    <a:pt x="28875" y="2748"/>
                  </a:lnTo>
                  <a:lnTo>
                    <a:pt x="28875" y="18149"/>
                  </a:lnTo>
                  <a:cubicBezTo>
                    <a:pt x="38196" y="6263"/>
                    <a:pt x="53123" y="0"/>
                    <a:pt x="71178" y="0"/>
                  </a:cubicBezTo>
                  <a:cubicBezTo>
                    <a:pt x="101161" y="0"/>
                    <a:pt x="123453" y="16040"/>
                    <a:pt x="123258" y="4811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02E1F69-4D45-0717-9CFB-DED54B9C4384}"/>
                </a:ext>
              </a:extLst>
            </p:cNvPr>
            <p:cNvSpPr/>
            <p:nvPr/>
          </p:nvSpPr>
          <p:spPr>
            <a:xfrm>
              <a:off x="10837634" y="210550"/>
              <a:ext cx="130036" cy="173752"/>
            </a:xfrm>
            <a:custGeom>
              <a:avLst/>
              <a:gdLst>
                <a:gd name="connsiteX0" fmla="*/ 130037 w 130036"/>
                <a:gd name="connsiteY0" fmla="*/ 0 h 173752"/>
                <a:gd name="connsiteX1" fmla="*/ 130037 w 130036"/>
                <a:gd name="connsiteY1" fmla="*/ 170813 h 173752"/>
                <a:gd name="connsiteX2" fmla="*/ 100314 w 130036"/>
                <a:gd name="connsiteY2" fmla="*/ 170813 h 173752"/>
                <a:gd name="connsiteX3" fmla="*/ 100314 w 130036"/>
                <a:gd name="connsiteY3" fmla="*/ 153304 h 173752"/>
                <a:gd name="connsiteX4" fmla="*/ 59510 w 130036"/>
                <a:gd name="connsiteY4" fmla="*/ 173753 h 173752"/>
                <a:gd name="connsiteX5" fmla="*/ 0 w 130036"/>
                <a:gd name="connsiteY5" fmla="*/ 111895 h 173752"/>
                <a:gd name="connsiteX6" fmla="*/ 59054 w 130036"/>
                <a:gd name="connsiteY6" fmla="*/ 51250 h 173752"/>
                <a:gd name="connsiteX7" fmla="*/ 96664 w 130036"/>
                <a:gd name="connsiteY7" fmla="*/ 66459 h 173752"/>
                <a:gd name="connsiteX8" fmla="*/ 96664 w 130036"/>
                <a:gd name="connsiteY8" fmla="*/ 0 h 173752"/>
                <a:gd name="connsiteX9" fmla="*/ 130037 w 130036"/>
                <a:gd name="connsiteY9" fmla="*/ 0 h 173752"/>
                <a:gd name="connsiteX10" fmla="*/ 97511 w 130036"/>
                <a:gd name="connsiteY10" fmla="*/ 111895 h 173752"/>
                <a:gd name="connsiteX11" fmla="*/ 63095 w 130036"/>
                <a:gd name="connsiteY11" fmla="*/ 77706 h 173752"/>
                <a:gd name="connsiteX12" fmla="*/ 30831 w 130036"/>
                <a:gd name="connsiteY12" fmla="*/ 112086 h 173752"/>
                <a:gd name="connsiteX13" fmla="*/ 63356 w 130036"/>
                <a:gd name="connsiteY13" fmla="*/ 147297 h 173752"/>
                <a:gd name="connsiteX14" fmla="*/ 97576 w 130036"/>
                <a:gd name="connsiteY14" fmla="*/ 111895 h 17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0036" h="173752">
                  <a:moveTo>
                    <a:pt x="130037" y="0"/>
                  </a:moveTo>
                  <a:lnTo>
                    <a:pt x="130037" y="170813"/>
                  </a:lnTo>
                  <a:lnTo>
                    <a:pt x="100314" y="170813"/>
                  </a:lnTo>
                  <a:lnTo>
                    <a:pt x="100314" y="153304"/>
                  </a:lnTo>
                  <a:cubicBezTo>
                    <a:pt x="92688" y="165382"/>
                    <a:pt x="78022" y="173753"/>
                    <a:pt x="59510" y="173753"/>
                  </a:cubicBezTo>
                  <a:cubicBezTo>
                    <a:pt x="26594" y="173753"/>
                    <a:pt x="0" y="148128"/>
                    <a:pt x="0" y="111895"/>
                  </a:cubicBezTo>
                  <a:cubicBezTo>
                    <a:pt x="0" y="75661"/>
                    <a:pt x="25486" y="51250"/>
                    <a:pt x="59054" y="51250"/>
                  </a:cubicBezTo>
                  <a:cubicBezTo>
                    <a:pt x="75610" y="51250"/>
                    <a:pt x="88386" y="57321"/>
                    <a:pt x="96664" y="66459"/>
                  </a:cubicBezTo>
                  <a:lnTo>
                    <a:pt x="96664" y="0"/>
                  </a:lnTo>
                  <a:lnTo>
                    <a:pt x="130037" y="0"/>
                  </a:lnTo>
                  <a:close/>
                  <a:moveTo>
                    <a:pt x="97511" y="111895"/>
                  </a:moveTo>
                  <a:cubicBezTo>
                    <a:pt x="97511" y="88123"/>
                    <a:pt x="78804" y="77706"/>
                    <a:pt x="63095" y="77706"/>
                  </a:cubicBezTo>
                  <a:cubicBezTo>
                    <a:pt x="44388" y="77706"/>
                    <a:pt x="30831" y="91893"/>
                    <a:pt x="30831" y="112086"/>
                  </a:cubicBezTo>
                  <a:cubicBezTo>
                    <a:pt x="30831" y="132280"/>
                    <a:pt x="45040" y="147297"/>
                    <a:pt x="63356" y="147297"/>
                  </a:cubicBezTo>
                  <a:cubicBezTo>
                    <a:pt x="81672" y="147297"/>
                    <a:pt x="97576" y="133366"/>
                    <a:pt x="97576" y="111895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66700034-B819-052D-6F83-BAE1D73D470D}"/>
                </a:ext>
              </a:extLst>
            </p:cNvPr>
            <p:cNvSpPr/>
            <p:nvPr/>
          </p:nvSpPr>
          <p:spPr>
            <a:xfrm>
              <a:off x="11033373" y="166902"/>
              <a:ext cx="168038" cy="217403"/>
            </a:xfrm>
            <a:custGeom>
              <a:avLst/>
              <a:gdLst>
                <a:gd name="connsiteX0" fmla="*/ 0 w 168038"/>
                <a:gd name="connsiteY0" fmla="*/ 146469 h 217403"/>
                <a:gd name="connsiteX1" fmla="*/ 48495 w 168038"/>
                <a:gd name="connsiteY1" fmla="*/ 146788 h 217403"/>
                <a:gd name="connsiteX2" fmla="*/ 88386 w 168038"/>
                <a:gd name="connsiteY2" fmla="*/ 179123 h 217403"/>
                <a:gd name="connsiteX3" fmla="*/ 121237 w 168038"/>
                <a:gd name="connsiteY3" fmla="*/ 156821 h 217403"/>
                <a:gd name="connsiteX4" fmla="*/ 4628 w 168038"/>
                <a:gd name="connsiteY4" fmla="*/ 61286 h 217403"/>
                <a:gd name="connsiteX5" fmla="*/ 83823 w 168038"/>
                <a:gd name="connsiteY5" fmla="*/ 3 h 217403"/>
                <a:gd name="connsiteX6" fmla="*/ 164909 w 168038"/>
                <a:gd name="connsiteY6" fmla="*/ 66590 h 217403"/>
                <a:gd name="connsiteX7" fmla="*/ 116414 w 168038"/>
                <a:gd name="connsiteY7" fmla="*/ 66270 h 217403"/>
                <a:gd name="connsiteX8" fmla="*/ 83562 w 168038"/>
                <a:gd name="connsiteY8" fmla="*/ 38281 h 217403"/>
                <a:gd name="connsiteX9" fmla="*/ 51428 w 168038"/>
                <a:gd name="connsiteY9" fmla="*/ 61542 h 217403"/>
                <a:gd name="connsiteX10" fmla="*/ 168037 w 168038"/>
                <a:gd name="connsiteY10" fmla="*/ 157077 h 217403"/>
                <a:gd name="connsiteX11" fmla="*/ 88125 w 168038"/>
                <a:gd name="connsiteY11" fmla="*/ 217402 h 217403"/>
                <a:gd name="connsiteX12" fmla="*/ 0 w 168038"/>
                <a:gd name="connsiteY12" fmla="*/ 146469 h 21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038" h="217403">
                  <a:moveTo>
                    <a:pt x="0" y="146469"/>
                  </a:moveTo>
                  <a:lnTo>
                    <a:pt x="48495" y="146788"/>
                  </a:lnTo>
                  <a:cubicBezTo>
                    <a:pt x="50385" y="164106"/>
                    <a:pt x="63812" y="178996"/>
                    <a:pt x="88386" y="179123"/>
                  </a:cubicBezTo>
                  <a:cubicBezTo>
                    <a:pt x="105594" y="179251"/>
                    <a:pt x="121107" y="169794"/>
                    <a:pt x="121237" y="156821"/>
                  </a:cubicBezTo>
                  <a:cubicBezTo>
                    <a:pt x="121498" y="114837"/>
                    <a:pt x="4106" y="138801"/>
                    <a:pt x="4628" y="61286"/>
                  </a:cubicBezTo>
                  <a:cubicBezTo>
                    <a:pt x="4823" y="27928"/>
                    <a:pt x="34285" y="-317"/>
                    <a:pt x="83823" y="3"/>
                  </a:cubicBezTo>
                  <a:cubicBezTo>
                    <a:pt x="138380" y="322"/>
                    <a:pt x="163800" y="35405"/>
                    <a:pt x="164909" y="66590"/>
                  </a:cubicBezTo>
                  <a:lnTo>
                    <a:pt x="116414" y="66270"/>
                  </a:lnTo>
                  <a:cubicBezTo>
                    <a:pt x="115501" y="52084"/>
                    <a:pt x="104486" y="38409"/>
                    <a:pt x="83562" y="38281"/>
                  </a:cubicBezTo>
                  <a:cubicBezTo>
                    <a:pt x="63682" y="38153"/>
                    <a:pt x="51493" y="48250"/>
                    <a:pt x="51428" y="61542"/>
                  </a:cubicBezTo>
                  <a:cubicBezTo>
                    <a:pt x="51167" y="100459"/>
                    <a:pt x="168559" y="76495"/>
                    <a:pt x="168037" y="157077"/>
                  </a:cubicBezTo>
                  <a:cubicBezTo>
                    <a:pt x="167777" y="193502"/>
                    <a:pt x="127234" y="217657"/>
                    <a:pt x="88125" y="217402"/>
                  </a:cubicBezTo>
                  <a:cubicBezTo>
                    <a:pt x="25095" y="217018"/>
                    <a:pt x="782" y="175800"/>
                    <a:pt x="0" y="146469"/>
                  </a:cubicBezTo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D15561F-3CC5-9E6C-3E3F-41C11FE6A50C}"/>
                </a:ext>
              </a:extLst>
            </p:cNvPr>
            <p:cNvSpPr/>
            <p:nvPr/>
          </p:nvSpPr>
          <p:spPr>
            <a:xfrm>
              <a:off x="11219531" y="172081"/>
              <a:ext cx="190198" cy="209858"/>
            </a:xfrm>
            <a:custGeom>
              <a:avLst/>
              <a:gdLst>
                <a:gd name="connsiteX0" fmla="*/ 190199 w 190198"/>
                <a:gd name="connsiteY0" fmla="*/ 0 h 209858"/>
                <a:gd name="connsiteX1" fmla="*/ 0 w 190198"/>
                <a:gd name="connsiteY1" fmla="*/ 0 h 209858"/>
                <a:gd name="connsiteX2" fmla="*/ 0 w 190198"/>
                <a:gd name="connsiteY2" fmla="*/ 40770 h 209858"/>
                <a:gd name="connsiteX3" fmla="*/ 71308 w 190198"/>
                <a:gd name="connsiteY3" fmla="*/ 40770 h 209858"/>
                <a:gd name="connsiteX4" fmla="*/ 71373 w 190198"/>
                <a:gd name="connsiteY4" fmla="*/ 209858 h 209858"/>
                <a:gd name="connsiteX5" fmla="*/ 118565 w 190198"/>
                <a:gd name="connsiteY5" fmla="*/ 209794 h 209858"/>
                <a:gd name="connsiteX6" fmla="*/ 118500 w 190198"/>
                <a:gd name="connsiteY6" fmla="*/ 40770 h 209858"/>
                <a:gd name="connsiteX7" fmla="*/ 189808 w 190198"/>
                <a:gd name="connsiteY7" fmla="*/ 40770 h 209858"/>
                <a:gd name="connsiteX8" fmla="*/ 189938 w 190198"/>
                <a:gd name="connsiteY8" fmla="*/ 40770 h 209858"/>
                <a:gd name="connsiteX9" fmla="*/ 190199 w 190198"/>
                <a:gd name="connsiteY9" fmla="*/ 40770 h 209858"/>
                <a:gd name="connsiteX10" fmla="*/ 190199 w 190198"/>
                <a:gd name="connsiteY10" fmla="*/ 0 h 20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198" h="209858">
                  <a:moveTo>
                    <a:pt x="190199" y="0"/>
                  </a:moveTo>
                  <a:lnTo>
                    <a:pt x="0" y="0"/>
                  </a:lnTo>
                  <a:lnTo>
                    <a:pt x="0" y="40770"/>
                  </a:lnTo>
                  <a:lnTo>
                    <a:pt x="71308" y="40770"/>
                  </a:lnTo>
                  <a:lnTo>
                    <a:pt x="71373" y="209858"/>
                  </a:lnTo>
                  <a:lnTo>
                    <a:pt x="118565" y="209794"/>
                  </a:lnTo>
                  <a:lnTo>
                    <a:pt x="118500" y="40770"/>
                  </a:lnTo>
                  <a:lnTo>
                    <a:pt x="189808" y="40770"/>
                  </a:lnTo>
                  <a:lnTo>
                    <a:pt x="189938" y="40770"/>
                  </a:lnTo>
                  <a:lnTo>
                    <a:pt x="190199" y="40770"/>
                  </a:lnTo>
                  <a:lnTo>
                    <a:pt x="190199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35ACC22B-271A-58E9-7F3F-127BEC8ECAA5}"/>
                </a:ext>
              </a:extLst>
            </p:cNvPr>
            <p:cNvSpPr/>
            <p:nvPr/>
          </p:nvSpPr>
          <p:spPr>
            <a:xfrm>
              <a:off x="11475563" y="171314"/>
              <a:ext cx="182768" cy="210816"/>
            </a:xfrm>
            <a:custGeom>
              <a:avLst/>
              <a:gdLst>
                <a:gd name="connsiteX0" fmla="*/ 0 w 182768"/>
                <a:gd name="connsiteY0" fmla="*/ 0 h 210816"/>
                <a:gd name="connsiteX1" fmla="*/ 47061 w 182768"/>
                <a:gd name="connsiteY1" fmla="*/ 0 h 210816"/>
                <a:gd name="connsiteX2" fmla="*/ 47061 w 182768"/>
                <a:gd name="connsiteY2" fmla="*/ 83074 h 210816"/>
                <a:gd name="connsiteX3" fmla="*/ 136033 w 182768"/>
                <a:gd name="connsiteY3" fmla="*/ 83074 h 210816"/>
                <a:gd name="connsiteX4" fmla="*/ 136033 w 182768"/>
                <a:gd name="connsiteY4" fmla="*/ 0 h 210816"/>
                <a:gd name="connsiteX5" fmla="*/ 182768 w 182768"/>
                <a:gd name="connsiteY5" fmla="*/ 0 h 210816"/>
                <a:gd name="connsiteX6" fmla="*/ 182768 w 182768"/>
                <a:gd name="connsiteY6" fmla="*/ 210817 h 210816"/>
                <a:gd name="connsiteX7" fmla="*/ 136033 w 182768"/>
                <a:gd name="connsiteY7" fmla="*/ 210817 h 210816"/>
                <a:gd name="connsiteX8" fmla="*/ 136033 w 182768"/>
                <a:gd name="connsiteY8" fmla="*/ 119755 h 210816"/>
                <a:gd name="connsiteX9" fmla="*/ 47061 w 182768"/>
                <a:gd name="connsiteY9" fmla="*/ 119755 h 210816"/>
                <a:gd name="connsiteX10" fmla="*/ 47061 w 182768"/>
                <a:gd name="connsiteY10" fmla="*/ 210817 h 210816"/>
                <a:gd name="connsiteX11" fmla="*/ 0 w 182768"/>
                <a:gd name="connsiteY11" fmla="*/ 210817 h 210816"/>
                <a:gd name="connsiteX12" fmla="*/ 0 w 182768"/>
                <a:gd name="connsiteY12" fmla="*/ 0 h 21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768" h="210816">
                  <a:moveTo>
                    <a:pt x="0" y="0"/>
                  </a:moveTo>
                  <a:lnTo>
                    <a:pt x="47061" y="0"/>
                  </a:lnTo>
                  <a:lnTo>
                    <a:pt x="47061" y="83074"/>
                  </a:lnTo>
                  <a:lnTo>
                    <a:pt x="136033" y="83074"/>
                  </a:lnTo>
                  <a:lnTo>
                    <a:pt x="136033" y="0"/>
                  </a:lnTo>
                  <a:lnTo>
                    <a:pt x="182768" y="0"/>
                  </a:lnTo>
                  <a:lnTo>
                    <a:pt x="182768" y="210817"/>
                  </a:lnTo>
                  <a:lnTo>
                    <a:pt x="136033" y="210817"/>
                  </a:lnTo>
                  <a:lnTo>
                    <a:pt x="136033" y="119755"/>
                  </a:lnTo>
                  <a:lnTo>
                    <a:pt x="47061" y="119755"/>
                  </a:lnTo>
                  <a:lnTo>
                    <a:pt x="47061" y="210817"/>
                  </a:lnTo>
                  <a:lnTo>
                    <a:pt x="0" y="2108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EC60A853-ADEA-F7F1-B60E-A6E36D1DD23C}"/>
                </a:ext>
              </a:extLst>
            </p:cNvPr>
            <p:cNvSpPr/>
            <p:nvPr/>
          </p:nvSpPr>
          <p:spPr>
            <a:xfrm>
              <a:off x="11700308" y="171314"/>
              <a:ext cx="180877" cy="210880"/>
            </a:xfrm>
            <a:custGeom>
              <a:avLst/>
              <a:gdLst>
                <a:gd name="connsiteX0" fmla="*/ 0 w 180877"/>
                <a:gd name="connsiteY0" fmla="*/ 0 h 210880"/>
                <a:gd name="connsiteX1" fmla="*/ 64529 w 180877"/>
                <a:gd name="connsiteY1" fmla="*/ 0 h 210880"/>
                <a:gd name="connsiteX2" fmla="*/ 180878 w 180877"/>
                <a:gd name="connsiteY2" fmla="*/ 104737 h 210880"/>
                <a:gd name="connsiteX3" fmla="*/ 67072 w 180877"/>
                <a:gd name="connsiteY3" fmla="*/ 210881 h 210880"/>
                <a:gd name="connsiteX4" fmla="*/ 0 w 180877"/>
                <a:gd name="connsiteY4" fmla="*/ 210881 h 210880"/>
                <a:gd name="connsiteX5" fmla="*/ 0 w 180877"/>
                <a:gd name="connsiteY5" fmla="*/ 0 h 210880"/>
                <a:gd name="connsiteX6" fmla="*/ 61662 w 180877"/>
                <a:gd name="connsiteY6" fmla="*/ 176948 h 210880"/>
                <a:gd name="connsiteX7" fmla="*/ 132839 w 180877"/>
                <a:gd name="connsiteY7" fmla="*/ 104674 h 210880"/>
                <a:gd name="connsiteX8" fmla="*/ 61662 w 180877"/>
                <a:gd name="connsiteY8" fmla="*/ 33805 h 210880"/>
                <a:gd name="connsiteX9" fmla="*/ 47061 w 180877"/>
                <a:gd name="connsiteY9" fmla="*/ 33805 h 210880"/>
                <a:gd name="connsiteX10" fmla="*/ 47061 w 180877"/>
                <a:gd name="connsiteY10" fmla="*/ 176948 h 210880"/>
                <a:gd name="connsiteX11" fmla="*/ 61662 w 180877"/>
                <a:gd name="connsiteY11" fmla="*/ 176948 h 21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877" h="210880">
                  <a:moveTo>
                    <a:pt x="0" y="0"/>
                  </a:moveTo>
                  <a:lnTo>
                    <a:pt x="64529" y="0"/>
                  </a:lnTo>
                  <a:cubicBezTo>
                    <a:pt x="136359" y="0"/>
                    <a:pt x="180878" y="33549"/>
                    <a:pt x="180878" y="104737"/>
                  </a:cubicBezTo>
                  <a:cubicBezTo>
                    <a:pt x="180878" y="175926"/>
                    <a:pt x="136359" y="210881"/>
                    <a:pt x="67072" y="210881"/>
                  </a:cubicBezTo>
                  <a:lnTo>
                    <a:pt x="0" y="210881"/>
                  </a:lnTo>
                  <a:lnTo>
                    <a:pt x="0" y="0"/>
                  </a:lnTo>
                  <a:close/>
                  <a:moveTo>
                    <a:pt x="61662" y="176948"/>
                  </a:moveTo>
                  <a:cubicBezTo>
                    <a:pt x="105528" y="176948"/>
                    <a:pt x="132839" y="155924"/>
                    <a:pt x="132839" y="104674"/>
                  </a:cubicBezTo>
                  <a:cubicBezTo>
                    <a:pt x="132839" y="53423"/>
                    <a:pt x="105528" y="33805"/>
                    <a:pt x="61662" y="33805"/>
                  </a:cubicBezTo>
                  <a:lnTo>
                    <a:pt x="47061" y="33805"/>
                  </a:lnTo>
                  <a:lnTo>
                    <a:pt x="47061" y="176948"/>
                  </a:lnTo>
                  <a:lnTo>
                    <a:pt x="61662" y="176948"/>
                  </a:lnTo>
                  <a:close/>
                </a:path>
              </a:pathLst>
            </a:custGeom>
            <a:grpFill/>
            <a:ln w="6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778A296-0B45-E24D-5E33-56A13E1A7FE6}"/>
              </a:ext>
            </a:extLst>
          </p:cNvPr>
          <p:cNvCxnSpPr/>
          <p:nvPr/>
        </p:nvCxnSpPr>
        <p:spPr>
          <a:xfrm>
            <a:off x="259080" y="6502400"/>
            <a:ext cx="11673840" cy="0"/>
          </a:xfrm>
          <a:prstGeom prst="line">
            <a:avLst/>
          </a:prstGeom>
          <a:ln>
            <a:solidFill>
              <a:srgbClr val="A6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6">
            <a:extLst>
              <a:ext uri="{FF2B5EF4-FFF2-40B4-BE49-F238E27FC236}">
                <a16:creationId xmlns:a16="http://schemas.microsoft.com/office/drawing/2014/main" id="{CDCD2E89-4F04-D301-57BB-70F1EE6979DB}"/>
              </a:ext>
            </a:extLst>
          </p:cNvPr>
          <p:cNvSpPr txBox="1">
            <a:spLocks/>
          </p:cNvSpPr>
          <p:nvPr/>
        </p:nvSpPr>
        <p:spPr>
          <a:xfrm>
            <a:off x="9925427" y="6584156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28E5A24-538B-4907-BFBF-613A3D9389FC}" type="slidenum">
              <a:rPr kumimoji="1" lang="ja-JP" altLang="en-US" sz="1100" smtClean="0"/>
              <a:pPr algn="r"/>
              <a:t>‹#›</a:t>
            </a:fld>
            <a:endParaRPr kumimoji="1" lang="ja-JP" altLang="en-US" sz="11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0FB332B0-FB03-8D9E-60C9-AC151F911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5586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EA2D3B-8F26-0840-561F-B3E4D496F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9AB1F01-9BC0-A8E6-CDE4-7E9B4AC8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  <p:pic>
        <p:nvPicPr>
          <p:cNvPr id="5" name="図 4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90210829-2B6A-BF40-7AFA-6C8EAB9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39" y="2551074"/>
            <a:ext cx="4998722" cy="17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3471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スライド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68C701-2AD5-C96C-F238-C127A3AEE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A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324470-1AD0-FB0D-571E-C2816569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B646C-F7BF-2967-27D1-C96AAC5D9055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6F3EB6-066F-0A53-FC1B-F990165BA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C21AD2D2-9D60-2BDF-FE26-FBA602991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6255" y="6286808"/>
            <a:ext cx="1725683" cy="2765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DE2023-8D2E-3EC7-AD47-312A620F854E}"/>
              </a:ext>
            </a:extLst>
          </p:cNvPr>
          <p:cNvSpPr/>
          <p:nvPr/>
        </p:nvSpPr>
        <p:spPr>
          <a:xfrm>
            <a:off x="11958320" y="2235200"/>
            <a:ext cx="233680" cy="1859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07E3E46-AF12-F735-EC03-69047D9DB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120" y="6621643"/>
            <a:ext cx="2324361" cy="2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7404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lin_Color参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1BF9F3-40AC-69E2-E06A-D39577BF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17240"/>
            <a:ext cx="7772400" cy="3199171"/>
          </a:xfrm>
          <a:prstGeom prst="rect">
            <a:avLst/>
          </a:prstGeom>
          <a:solidFill>
            <a:srgbClr val="111820"/>
          </a:solidFill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62AE7E-A568-833B-3E92-C7F84860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2053"/>
            <a:ext cx="7772400" cy="248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0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5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5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8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1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73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  <p:sldLayoutId id="2147483935" r:id="rId13"/>
    <p:sldLayoutId id="2147483936" r:id="rId14"/>
    <p:sldLayoutId id="2147483937" r:id="rId15"/>
    <p:sldLayoutId id="214748393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4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67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4A282BB-A48C-2D81-0DC3-E7259DAF77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649C46-E27D-8575-C2FA-4DB9331117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D8A91-8C3C-7559-B991-37AF2DC46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10260F-584E-93F3-9215-CB5527A034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63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3969488-C9E1-EA60-9F75-0167E3A73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612" y="1236043"/>
            <a:ext cx="4729235" cy="1972377"/>
          </a:xfrm>
        </p:spPr>
        <p:txBody>
          <a:bodyPr/>
          <a:lstStyle/>
          <a:p>
            <a:r>
              <a:rPr kumimoji="1" lang="ja-JP" altLang="en-US" dirty="0"/>
              <a:t>・タイトル</a:t>
            </a:r>
            <a:endParaRPr kumimoji="1" lang="en-US" altLang="ja-JP" dirty="0"/>
          </a:p>
          <a:p>
            <a:r>
              <a:rPr kumimoji="1" lang="ja-JP" altLang="en-US" dirty="0"/>
              <a:t>・ゲーム概要、ルール説明、</a:t>
            </a:r>
            <a:r>
              <a:rPr kumimoji="1" lang="en-US" altLang="ja-JP" dirty="0"/>
              <a:t>QR</a:t>
            </a:r>
            <a:r>
              <a:rPr kumimoji="1" lang="ja-JP" altLang="en-US" dirty="0"/>
              <a:t>コード</a:t>
            </a:r>
            <a:endParaRPr kumimoji="1" lang="en-US" altLang="ja-JP" dirty="0"/>
          </a:p>
          <a:p>
            <a:r>
              <a:rPr lang="ja-JP" altLang="en-US" dirty="0"/>
              <a:t>・デモ</a:t>
            </a:r>
            <a:endParaRPr lang="en-US" altLang="ja-JP" dirty="0"/>
          </a:p>
          <a:p>
            <a:r>
              <a:rPr lang="ja-JP" altLang="en-US" dirty="0"/>
              <a:t>・ゲーム進行中スライド、</a:t>
            </a:r>
            <a:r>
              <a:rPr lang="en-US" altLang="ja-JP" dirty="0"/>
              <a:t>QR</a:t>
            </a:r>
            <a:r>
              <a:rPr lang="ja-JP" altLang="en-US" dirty="0"/>
              <a:t>コード</a:t>
            </a:r>
            <a:endParaRPr lang="en-US" altLang="ja-JP" dirty="0"/>
          </a:p>
          <a:p>
            <a:r>
              <a:rPr kumimoji="1" lang="ja-JP" altLang="en-US" dirty="0"/>
              <a:t>・結果？</a:t>
            </a:r>
            <a:br>
              <a:rPr kumimoji="1" lang="en-US" altLang="ja-JP" dirty="0"/>
            </a:br>
            <a:r>
              <a:rPr kumimoji="1" lang="ja-JP" altLang="en-US" dirty="0"/>
              <a:t>　→名前読み上げるのか？</a:t>
            </a:r>
            <a:endParaRPr kumimoji="1" lang="en-US" altLang="ja-JP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116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312DC-2944-02CC-756F-A41FB178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CA6871-4A2C-3640-91A0-6E9E6E934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2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C8CE6-C17D-5764-6BA7-0BC35FE1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ゲームの目的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3E1B4D-0BDB-418E-83AB-A820FE4D095F}"/>
              </a:ext>
            </a:extLst>
          </p:cNvPr>
          <p:cNvSpPr txBox="1"/>
          <p:nvPr/>
        </p:nvSpPr>
        <p:spPr>
          <a:xfrm>
            <a:off x="182880" y="83419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>
                <a:latin typeface="Century Gothic" panose="020B0502020202020204" pitchFamily="34" charset="0"/>
              </a:rPr>
              <a:t>ルール説明</a:t>
            </a:r>
          </a:p>
        </p:txBody>
      </p:sp>
    </p:spTree>
    <p:extLst>
      <p:ext uri="{BB962C8B-B14F-4D97-AF65-F5344CB8AC3E}">
        <p14:creationId xmlns:p14="http://schemas.microsoft.com/office/powerpoint/2010/main" val="189806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C8CE6-C17D-5764-6BA7-0BC35FE1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3E1B4D-0BDB-418E-83AB-A820FE4D095F}"/>
              </a:ext>
            </a:extLst>
          </p:cNvPr>
          <p:cNvSpPr txBox="1"/>
          <p:nvPr/>
        </p:nvSpPr>
        <p:spPr>
          <a:xfrm>
            <a:off x="182880" y="83419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>
                <a:latin typeface="Century Gothic" panose="020B0502020202020204" pitchFamily="34" charset="0"/>
              </a:rPr>
              <a:t>ルール説明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FD7EF1-94D6-4066-A266-17B548140E73}"/>
              </a:ext>
            </a:extLst>
          </p:cNvPr>
          <p:cNvSpPr/>
          <p:nvPr/>
        </p:nvSpPr>
        <p:spPr>
          <a:xfrm>
            <a:off x="7002379" y="1235242"/>
            <a:ext cx="4796591" cy="47965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72D316-9ABD-4B9E-9690-38AEBC9F2681}"/>
              </a:ext>
            </a:extLst>
          </p:cNvPr>
          <p:cNvSpPr txBox="1"/>
          <p:nvPr/>
        </p:nvSpPr>
        <p:spPr>
          <a:xfrm>
            <a:off x="9408719" y="834190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600" dirty="0">
                <a:latin typeface="Century Gothic" panose="020B0502020202020204" pitchFamily="34" charset="0"/>
              </a:rPr>
              <a:t>QR</a:t>
            </a:r>
            <a:endParaRPr kumimoji="1" lang="ja-JP" altLang="en-US" sz="1600" dirty="0">
              <a:latin typeface="Century Gothic" panose="020B0502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AE24D0-A2D7-4241-BA49-7818D5AE08B4}"/>
              </a:ext>
            </a:extLst>
          </p:cNvPr>
          <p:cNvSpPr txBox="1"/>
          <p:nvPr/>
        </p:nvSpPr>
        <p:spPr>
          <a:xfrm>
            <a:off x="9031212" y="6023810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600" dirty="0" err="1">
                <a:latin typeface="Century Gothic" panose="020B0502020202020204" pitchFamily="34" charset="0"/>
              </a:rPr>
              <a:t>PW:xxxxxxx</a:t>
            </a:r>
            <a:endParaRPr kumimoji="1" lang="ja-JP" altLang="en-US" sz="1600" dirty="0">
              <a:latin typeface="Century Gothic" panose="020B0502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CE9281-546A-4F99-90A2-AA565F697DA5}"/>
              </a:ext>
            </a:extLst>
          </p:cNvPr>
          <p:cNvSpPr txBox="1"/>
          <p:nvPr/>
        </p:nvSpPr>
        <p:spPr>
          <a:xfrm>
            <a:off x="393030" y="1335946"/>
            <a:ext cx="6976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en-US" altLang="ja-JP" sz="1600" dirty="0">
                <a:latin typeface="Century Gothic" panose="020B0502020202020204" pitchFamily="34" charset="0"/>
              </a:rPr>
              <a:t>A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ja-JP" sz="1600" dirty="0">
                <a:latin typeface="Century Gothic" panose="020B0502020202020204" pitchFamily="34" charset="0"/>
              </a:rPr>
              <a:t>B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600" dirty="0">
                <a:latin typeface="Century Gothic" panose="020B0502020202020204" pitchFamily="34" charset="0"/>
              </a:rPr>
              <a:t>C</a:t>
            </a:r>
          </a:p>
          <a:p>
            <a:pPr marL="342900" indent="-342900" algn="l">
              <a:buFont typeface="+mj-lt"/>
              <a:buAutoNum type="arabicPeriod"/>
            </a:pPr>
            <a:endParaRPr kumimoji="1" lang="ja-JP" altLang="en-US" sz="1600" dirty="0">
              <a:latin typeface="Century Gothic" panose="020B0502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CFB991-D125-41FC-AEF9-B75143667594}"/>
              </a:ext>
            </a:extLst>
          </p:cNvPr>
          <p:cNvSpPr txBox="1"/>
          <p:nvPr/>
        </p:nvSpPr>
        <p:spPr>
          <a:xfrm>
            <a:off x="182880" y="380950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dirty="0">
                <a:latin typeface="Century Gothic" panose="020B0502020202020204" pitchFamily="34" charset="0"/>
              </a:rPr>
              <a:t>注意事項</a:t>
            </a:r>
            <a:endParaRPr kumimoji="1" lang="ja-JP" alt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2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935378"/>
      </p:ext>
    </p:extLst>
  </p:cSld>
  <p:clrMapOvr>
    <a:masterClrMapping/>
  </p:clrMapOvr>
</p:sld>
</file>

<file path=ppt/theme/theme1.xml><?xml version="1.0" encoding="utf-8"?>
<a:theme xmlns:a="http://schemas.openxmlformats.org/drawingml/2006/main" name="andSTテーマ1">
  <a:themeElements>
    <a:clrScheme name="andST color1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7145BD"/>
      </a:accent1>
      <a:accent2>
        <a:srgbClr val="C495CF"/>
      </a:accent2>
      <a:accent3>
        <a:srgbClr val="F48399"/>
      </a:accent3>
      <a:accent4>
        <a:srgbClr val="3AB8A3"/>
      </a:accent4>
      <a:accent5>
        <a:srgbClr val="21367C"/>
      </a:accent5>
      <a:accent6>
        <a:srgbClr val="918A80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600" dirty="0" smtClean="0"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BA7C012A-DE72-4F16-A6D2-93AE5298697C}"/>
    </a:ext>
  </a:extLst>
</a:theme>
</file>

<file path=ppt/theme/theme2.xml><?xml version="1.0" encoding="utf-8"?>
<a:theme xmlns:a="http://schemas.openxmlformats.org/drawingml/2006/main" name="andSTテーマ2">
  <a:themeElements>
    <a:clrScheme name="andST color2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004A97"/>
      </a:accent1>
      <a:accent2>
        <a:srgbClr val="041E41"/>
      </a:accent2>
      <a:accent3>
        <a:srgbClr val="96A8CB"/>
      </a:accent3>
      <a:accent4>
        <a:srgbClr val="662F6B"/>
      </a:accent4>
      <a:accent5>
        <a:srgbClr val="3FBFAD"/>
      </a:accent5>
      <a:accent6>
        <a:srgbClr val="00837B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E7425BEB-96DE-40F0-8719-486779E973A0}"/>
    </a:ext>
  </a:extLst>
</a:theme>
</file>

<file path=ppt/theme/theme3.xml><?xml version="1.0" encoding="utf-8"?>
<a:theme xmlns:a="http://schemas.openxmlformats.org/drawingml/2006/main" name="andSTテーマ3">
  <a:themeElements>
    <a:clrScheme name="andST color3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009578"/>
      </a:accent1>
      <a:accent2>
        <a:srgbClr val="FFD700"/>
      </a:accent2>
      <a:accent3>
        <a:srgbClr val="C6D5A4"/>
      </a:accent3>
      <a:accent4>
        <a:srgbClr val="A0968C"/>
      </a:accent4>
      <a:accent5>
        <a:srgbClr val="6B5C20"/>
      </a:accent5>
      <a:accent6>
        <a:srgbClr val="38563C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54688723-D23B-4B0B-AD27-A23650C90BB8}"/>
    </a:ext>
  </a:extLst>
</a:theme>
</file>

<file path=ppt/theme/theme4.xml><?xml version="1.0" encoding="utf-8"?>
<a:theme xmlns:a="http://schemas.openxmlformats.org/drawingml/2006/main" name="andSTテーマ4">
  <a:themeElements>
    <a:clrScheme name="andST color1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7145BD"/>
      </a:accent1>
      <a:accent2>
        <a:srgbClr val="C495CF"/>
      </a:accent2>
      <a:accent3>
        <a:srgbClr val="F48399"/>
      </a:accent3>
      <a:accent4>
        <a:srgbClr val="3AB8A3"/>
      </a:accent4>
      <a:accent5>
        <a:srgbClr val="21367C"/>
      </a:accent5>
      <a:accent6>
        <a:srgbClr val="918A80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E3C73001-3E91-4A5D-8F92-DC8E2545641E}"/>
    </a:ext>
  </a:extLst>
</a:theme>
</file>

<file path=ppt/theme/theme5.xml><?xml version="1.0" encoding="utf-8"?>
<a:theme xmlns:a="http://schemas.openxmlformats.org/drawingml/2006/main" name="andSTテーマ5">
  <a:themeElements>
    <a:clrScheme name="andST color5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F9BE00"/>
      </a:accent1>
      <a:accent2>
        <a:srgbClr val="4FA685"/>
      </a:accent2>
      <a:accent3>
        <a:srgbClr val="C4BA98"/>
      </a:accent3>
      <a:accent4>
        <a:srgbClr val="4F4A33"/>
      </a:accent4>
      <a:accent5>
        <a:srgbClr val="264C59"/>
      </a:accent5>
      <a:accent6>
        <a:srgbClr val="041E41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13ADC323-7821-47C0-B974-04E2C64BC3DC}"/>
    </a:ext>
  </a:extLst>
</a:theme>
</file>

<file path=ppt/theme/theme6.xml><?xml version="1.0" encoding="utf-8"?>
<a:theme xmlns:a="http://schemas.openxmlformats.org/drawingml/2006/main" name="andSTテーマ6">
  <a:themeElements>
    <a:clrScheme name="andST color1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7145BD"/>
      </a:accent1>
      <a:accent2>
        <a:srgbClr val="C495CF"/>
      </a:accent2>
      <a:accent3>
        <a:srgbClr val="F48399"/>
      </a:accent3>
      <a:accent4>
        <a:srgbClr val="3AB8A3"/>
      </a:accent4>
      <a:accent5>
        <a:srgbClr val="21367C"/>
      </a:accent5>
      <a:accent6>
        <a:srgbClr val="918A80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251A01A3-C25C-4A9E-8F35-512213E297E2}"/>
    </a:ext>
  </a:extLst>
</a:theme>
</file>

<file path=ppt/theme/theme7.xml><?xml version="1.0" encoding="utf-8"?>
<a:theme xmlns:a="http://schemas.openxmlformats.org/drawingml/2006/main" name="1_andSTテーマ6">
  <a:themeElements>
    <a:clrScheme name="andST color6">
      <a:dk1>
        <a:srgbClr val="000000"/>
      </a:dk1>
      <a:lt1>
        <a:srgbClr val="FFFFFF"/>
      </a:lt1>
      <a:dk2>
        <a:srgbClr val="A6A8A8"/>
      </a:dk2>
      <a:lt2>
        <a:srgbClr val="E7E6E6"/>
      </a:lt2>
      <a:accent1>
        <a:srgbClr val="FF4713"/>
      </a:accent1>
      <a:accent2>
        <a:srgbClr val="FF9E17"/>
      </a:accent2>
      <a:accent3>
        <a:srgbClr val="EED898"/>
      </a:accent3>
      <a:accent4>
        <a:srgbClr val="4FA685"/>
      </a:accent4>
      <a:accent5>
        <a:srgbClr val="1D5632"/>
      </a:accent5>
      <a:accent6>
        <a:srgbClr val="111820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游ゴシック"/>
        <a:cs typeface=""/>
      </a:majorFont>
      <a:minorFont>
        <a:latin typeface="Calibri Light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4800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B453C34-DE87-40CC-B22E-98011480DD50}" vid="{D1ED143B-2576-44CD-B108-45610A47C76B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 ST HDテンプレート(16-9)</Template>
  <TotalTime>36</TotalTime>
  <Words>49</Words>
  <Application>Microsoft Office PowerPoint</Application>
  <PresentationFormat>ワイド画面</PresentationFormat>
  <Paragraphs>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6</vt:i4>
      </vt:variant>
    </vt:vector>
  </HeadingPairs>
  <TitlesOfParts>
    <vt:vector size="18" baseType="lpstr">
      <vt:lpstr>游ゴシック</vt:lpstr>
      <vt:lpstr>Arial</vt:lpstr>
      <vt:lpstr>Calibri</vt:lpstr>
      <vt:lpstr>Calibri Light</vt:lpstr>
      <vt:lpstr>Century Gothic</vt:lpstr>
      <vt:lpstr>andSTテーマ1</vt:lpstr>
      <vt:lpstr>andSTテーマ2</vt:lpstr>
      <vt:lpstr>andSTテーマ3</vt:lpstr>
      <vt:lpstr>andSTテーマ4</vt:lpstr>
      <vt:lpstr>andSTテーマ5</vt:lpstr>
      <vt:lpstr>andSTテーマ6</vt:lpstr>
      <vt:lpstr>1_andSTテーマ6</vt:lpstr>
      <vt:lpstr>PowerPoint プレゼンテーション</vt:lpstr>
      <vt:lpstr>PowerPoint プレゼンテーション</vt:lpstr>
      <vt:lpstr>PowerPoint プレゼンテーション</vt:lpstr>
      <vt:lpstr>ゲームの目的</vt:lpstr>
      <vt:lpstr>ゲーム概要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久保田　充弘</dc:creator>
  <cp:lastModifiedBy>久保田　充弘</cp:lastModifiedBy>
  <cp:revision>5</cp:revision>
  <dcterms:created xsi:type="dcterms:W3CDTF">2025-11-16T04:52:34Z</dcterms:created>
  <dcterms:modified xsi:type="dcterms:W3CDTF">2025-11-27T02:19:36Z</dcterms:modified>
</cp:coreProperties>
</file>